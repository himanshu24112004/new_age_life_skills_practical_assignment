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ED8C2B-7D89-49A3-AF23-A55693526D60}" v="170" dt="2025-10-28T10:35:45.4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manshu Kumar" userId="f7cc3c086d063899" providerId="LiveId" clId="{73DC8305-6C10-498C-A0D5-802496216F2A}"/>
    <pc:docChg chg="undo redo custSel modSld sldOrd">
      <pc:chgData name="Himanshu Kumar" userId="f7cc3c086d063899" providerId="LiveId" clId="{73DC8305-6C10-498C-A0D5-802496216F2A}" dt="2025-10-28T10:36:04.735" v="1982" actId="5793"/>
      <pc:docMkLst>
        <pc:docMk/>
      </pc:docMkLst>
      <pc:sldChg chg="modTransition">
        <pc:chgData name="Himanshu Kumar" userId="f7cc3c086d063899" providerId="LiveId" clId="{73DC8305-6C10-498C-A0D5-802496216F2A}" dt="2025-10-28T08:49:59.390" v="3"/>
        <pc:sldMkLst>
          <pc:docMk/>
          <pc:sldMk cId="983984514" sldId="256"/>
        </pc:sldMkLst>
      </pc:sldChg>
      <pc:sldChg chg="addSp delSp modSp mod modTransition modAnim">
        <pc:chgData name="Himanshu Kumar" userId="f7cc3c086d063899" providerId="LiveId" clId="{73DC8305-6C10-498C-A0D5-802496216F2A}" dt="2025-10-28T09:47:38.555" v="1390"/>
        <pc:sldMkLst>
          <pc:docMk/>
          <pc:sldMk cId="426002576" sldId="258"/>
        </pc:sldMkLst>
        <pc:spChg chg="mod">
          <ac:chgData name="Himanshu Kumar" userId="f7cc3c086d063899" providerId="LiveId" clId="{73DC8305-6C10-498C-A0D5-802496216F2A}" dt="2025-10-28T09:17:52.253" v="653" actId="20577"/>
          <ac:spMkLst>
            <pc:docMk/>
            <pc:sldMk cId="426002576" sldId="258"/>
            <ac:spMk id="2" creationId="{1D426A7A-7C6F-FBB9-238B-059D490CB896}"/>
          </ac:spMkLst>
        </pc:spChg>
        <pc:spChg chg="add del mod">
          <ac:chgData name="Himanshu Kumar" userId="f7cc3c086d063899" providerId="LiveId" clId="{73DC8305-6C10-498C-A0D5-802496216F2A}" dt="2025-10-28T09:01:30.862" v="80" actId="1032"/>
          <ac:spMkLst>
            <pc:docMk/>
            <pc:sldMk cId="426002576" sldId="258"/>
            <ac:spMk id="3" creationId="{BDDF6D03-506F-D743-155C-D7CD9E83BFD1}"/>
          </ac:spMkLst>
        </pc:spChg>
        <pc:graphicFrameChg chg="add del modGraphic">
          <ac:chgData name="Himanshu Kumar" userId="f7cc3c086d063899" providerId="LiveId" clId="{73DC8305-6C10-498C-A0D5-802496216F2A}" dt="2025-10-28T09:00:47.409" v="79"/>
          <ac:graphicFrameMkLst>
            <pc:docMk/>
            <pc:sldMk cId="426002576" sldId="258"/>
            <ac:graphicFrameMk id="10" creationId="{E3953D31-0C42-4F1C-F687-EC55D3496AF4}"/>
          </ac:graphicFrameMkLst>
        </pc:graphicFrameChg>
        <pc:graphicFrameChg chg="add mod modGraphic">
          <ac:chgData name="Himanshu Kumar" userId="f7cc3c086d063899" providerId="LiveId" clId="{73DC8305-6C10-498C-A0D5-802496216F2A}" dt="2025-10-28T09:24:32.240" v="904" actId="20577"/>
          <ac:graphicFrameMkLst>
            <pc:docMk/>
            <pc:sldMk cId="426002576" sldId="258"/>
            <ac:graphicFrameMk id="11" creationId="{5A5E59C8-E4F1-E2A9-1126-2255D294AEDB}"/>
          </ac:graphicFrameMkLst>
        </pc:graphicFrameChg>
      </pc:sldChg>
      <pc:sldChg chg="addSp delSp modSp mod modTransition modAnim">
        <pc:chgData name="Himanshu Kumar" userId="f7cc3c086d063899" providerId="LiveId" clId="{73DC8305-6C10-498C-A0D5-802496216F2A}" dt="2025-10-28T09:48:23.416" v="1396"/>
        <pc:sldMkLst>
          <pc:docMk/>
          <pc:sldMk cId="964173314" sldId="259"/>
        </pc:sldMkLst>
        <pc:spChg chg="mod">
          <ac:chgData name="Himanshu Kumar" userId="f7cc3c086d063899" providerId="LiveId" clId="{73DC8305-6C10-498C-A0D5-802496216F2A}" dt="2025-10-28T09:25:25.532" v="951" actId="20577"/>
          <ac:spMkLst>
            <pc:docMk/>
            <pc:sldMk cId="964173314" sldId="259"/>
            <ac:spMk id="2" creationId="{9C88E19B-9549-90A8-56EE-30075D152924}"/>
          </ac:spMkLst>
        </pc:spChg>
        <pc:spChg chg="add del">
          <ac:chgData name="Himanshu Kumar" userId="f7cc3c086d063899" providerId="LiveId" clId="{73DC8305-6C10-498C-A0D5-802496216F2A}" dt="2025-10-28T09:28:48.820" v="959" actId="1032"/>
          <ac:spMkLst>
            <pc:docMk/>
            <pc:sldMk cId="964173314" sldId="259"/>
            <ac:spMk id="3" creationId="{ECB927CF-4DA2-0AF5-FCB3-1BA6EFFE9563}"/>
          </ac:spMkLst>
        </pc:spChg>
        <pc:graphicFrameChg chg="add del modGraphic">
          <ac:chgData name="Himanshu Kumar" userId="f7cc3c086d063899" providerId="LiveId" clId="{73DC8305-6C10-498C-A0D5-802496216F2A}" dt="2025-10-28T09:26:42.241" v="955" actId="1032"/>
          <ac:graphicFrameMkLst>
            <pc:docMk/>
            <pc:sldMk cId="964173314" sldId="259"/>
            <ac:graphicFrameMk id="5" creationId="{9F2E281C-7C07-9826-837A-A64C502D1A4B}"/>
          </ac:graphicFrameMkLst>
        </pc:graphicFrameChg>
        <pc:graphicFrameChg chg="add del mod modGraphic">
          <ac:chgData name="Himanshu Kumar" userId="f7cc3c086d063899" providerId="LiveId" clId="{73DC8305-6C10-498C-A0D5-802496216F2A}" dt="2025-10-28T09:28:15.578" v="958" actId="1032"/>
          <ac:graphicFrameMkLst>
            <pc:docMk/>
            <pc:sldMk cId="964173314" sldId="259"/>
            <ac:graphicFrameMk id="6" creationId="{0A1814C9-F055-EEE7-C70A-BA55CE69024C}"/>
          </ac:graphicFrameMkLst>
        </pc:graphicFrameChg>
        <pc:graphicFrameChg chg="add mod modGraphic">
          <ac:chgData name="Himanshu Kumar" userId="f7cc3c086d063899" providerId="LiveId" clId="{73DC8305-6C10-498C-A0D5-802496216F2A}" dt="2025-10-28T09:42:50.414" v="1320" actId="20577"/>
          <ac:graphicFrameMkLst>
            <pc:docMk/>
            <pc:sldMk cId="964173314" sldId="259"/>
            <ac:graphicFrameMk id="7" creationId="{F9EBF704-6BEB-5F1F-0A38-845FAA5D1EED}"/>
          </ac:graphicFrameMkLst>
        </pc:graphicFrameChg>
        <pc:picChg chg="add del mod ord">
          <ac:chgData name="Himanshu Kumar" userId="f7cc3c086d063899" providerId="LiveId" clId="{73DC8305-6C10-498C-A0D5-802496216F2A}" dt="2025-10-28T09:25:43.196" v="953" actId="34307"/>
          <ac:picMkLst>
            <pc:docMk/>
            <pc:sldMk cId="964173314" sldId="259"/>
            <ac:picMk id="4" creationId="{41A65A35-55BD-E301-3C99-F29D697B7DE3}"/>
          </ac:picMkLst>
        </pc:picChg>
      </pc:sldChg>
      <pc:sldChg chg="addSp delSp modSp mod">
        <pc:chgData name="Himanshu Kumar" userId="f7cc3c086d063899" providerId="LiveId" clId="{73DC8305-6C10-498C-A0D5-802496216F2A}" dt="2025-10-28T10:36:04.735" v="1982" actId="5793"/>
        <pc:sldMkLst>
          <pc:docMk/>
          <pc:sldMk cId="3956736667" sldId="260"/>
        </pc:sldMkLst>
        <pc:spChg chg="mod">
          <ac:chgData name="Himanshu Kumar" userId="f7cc3c086d063899" providerId="LiveId" clId="{73DC8305-6C10-498C-A0D5-802496216F2A}" dt="2025-10-28T10:32:27.098" v="1831" actId="20577"/>
          <ac:spMkLst>
            <pc:docMk/>
            <pc:sldMk cId="3956736667" sldId="260"/>
            <ac:spMk id="2" creationId="{E9A2BCAB-4234-6442-B242-2F41FB0567F5}"/>
          </ac:spMkLst>
        </pc:spChg>
        <pc:spChg chg="add del mod">
          <ac:chgData name="Himanshu Kumar" userId="f7cc3c086d063899" providerId="LiveId" clId="{73DC8305-6C10-498C-A0D5-802496216F2A}" dt="2025-10-28T10:36:04.735" v="1982" actId="5793"/>
          <ac:spMkLst>
            <pc:docMk/>
            <pc:sldMk cId="3956736667" sldId="260"/>
            <ac:spMk id="3" creationId="{1D607A27-5726-93BE-9412-CE67870EDC99}"/>
          </ac:spMkLst>
        </pc:spChg>
        <pc:graphicFrameChg chg="add del modGraphic">
          <ac:chgData name="Himanshu Kumar" userId="f7cc3c086d063899" providerId="LiveId" clId="{73DC8305-6C10-498C-A0D5-802496216F2A}" dt="2025-10-28T10:33:11.591" v="1835" actId="1032"/>
          <ac:graphicFrameMkLst>
            <pc:docMk/>
            <pc:sldMk cId="3956736667" sldId="260"/>
            <ac:graphicFrameMk id="5" creationId="{FC84F387-D4D6-3F20-9820-9EEF8FC9AEEA}"/>
          </ac:graphicFrameMkLst>
        </pc:graphicFrameChg>
        <pc:graphicFrameChg chg="add mod modGraphic">
          <ac:chgData name="Himanshu Kumar" userId="f7cc3c086d063899" providerId="LiveId" clId="{73DC8305-6C10-498C-A0D5-802496216F2A}" dt="2025-10-28T10:35:51.870" v="1962" actId="20577"/>
          <ac:graphicFrameMkLst>
            <pc:docMk/>
            <pc:sldMk cId="3956736667" sldId="260"/>
            <ac:graphicFrameMk id="6" creationId="{4C4DCC9B-F1DE-0A27-E3EA-33BC82910F04}"/>
          </ac:graphicFrameMkLst>
        </pc:graphicFrameChg>
        <pc:picChg chg="add del mod ord">
          <ac:chgData name="Himanshu Kumar" userId="f7cc3c086d063899" providerId="LiveId" clId="{73DC8305-6C10-498C-A0D5-802496216F2A}" dt="2025-10-28T10:32:33.949" v="1833" actId="34307"/>
          <ac:picMkLst>
            <pc:docMk/>
            <pc:sldMk cId="3956736667" sldId="260"/>
            <ac:picMk id="4" creationId="{D7E969F2-E4BC-1AB0-60BA-750B46053DB2}"/>
          </ac:picMkLst>
        </pc:picChg>
      </pc:sldChg>
      <pc:sldChg chg="addSp delSp modSp mod ord modTransition modAnim">
        <pc:chgData name="Himanshu Kumar" userId="f7cc3c086d063899" providerId="LiveId" clId="{73DC8305-6C10-498C-A0D5-802496216F2A}" dt="2025-10-28T09:15:14.750" v="615"/>
        <pc:sldMkLst>
          <pc:docMk/>
          <pc:sldMk cId="599101946" sldId="261"/>
        </pc:sldMkLst>
        <pc:spChg chg="mod">
          <ac:chgData name="Himanshu Kumar" userId="f7cc3c086d063899" providerId="LiveId" clId="{73DC8305-6C10-498C-A0D5-802496216F2A}" dt="2025-10-28T09:04:46.977" v="251" actId="20577"/>
          <ac:spMkLst>
            <pc:docMk/>
            <pc:sldMk cId="599101946" sldId="261"/>
            <ac:spMk id="2" creationId="{C25949B6-B586-AA7A-F532-61429AF976BF}"/>
          </ac:spMkLst>
        </pc:spChg>
        <pc:spChg chg="del">
          <ac:chgData name="Himanshu Kumar" userId="f7cc3c086d063899" providerId="LiveId" clId="{73DC8305-6C10-498C-A0D5-802496216F2A}" dt="2025-10-28T09:04:25.002" v="233" actId="1032"/>
          <ac:spMkLst>
            <pc:docMk/>
            <pc:sldMk cId="599101946" sldId="261"/>
            <ac:spMk id="3" creationId="{CDD34736-A804-61B9-3D4E-B1279C4B3A9A}"/>
          </ac:spMkLst>
        </pc:spChg>
        <pc:graphicFrameChg chg="add mod modGraphic">
          <ac:chgData name="Himanshu Kumar" userId="f7cc3c086d063899" providerId="LiveId" clId="{73DC8305-6C10-498C-A0D5-802496216F2A}" dt="2025-10-28T09:12:28.031" v="595" actId="20577"/>
          <ac:graphicFrameMkLst>
            <pc:docMk/>
            <pc:sldMk cId="599101946" sldId="261"/>
            <ac:graphicFrameMk id="4" creationId="{A3232B48-C749-8D6A-BA00-0DF9B42ADD79}"/>
          </ac:graphicFrameMkLst>
        </pc:graphicFrameChg>
      </pc:sldChg>
      <pc:sldChg chg="addSp delSp modSp mod ord modTransition modAnim">
        <pc:chgData name="Himanshu Kumar" userId="f7cc3c086d063899" providerId="LiveId" clId="{73DC8305-6C10-498C-A0D5-802496216F2A}" dt="2025-10-28T10:00:54.045" v="1786"/>
        <pc:sldMkLst>
          <pc:docMk/>
          <pc:sldMk cId="2102140059" sldId="262"/>
        </pc:sldMkLst>
        <pc:spChg chg="mod">
          <ac:chgData name="Himanshu Kumar" userId="f7cc3c086d063899" providerId="LiveId" clId="{73DC8305-6C10-498C-A0D5-802496216F2A}" dt="2025-10-28T09:50:48.209" v="1429" actId="20577"/>
          <ac:spMkLst>
            <pc:docMk/>
            <pc:sldMk cId="2102140059" sldId="262"/>
            <ac:spMk id="2" creationId="{EA58CE94-7445-E872-15BC-568B6ED9C6DC}"/>
          </ac:spMkLst>
        </pc:spChg>
        <pc:spChg chg="del">
          <ac:chgData name="Himanshu Kumar" userId="f7cc3c086d063899" providerId="LiveId" clId="{73DC8305-6C10-498C-A0D5-802496216F2A}" dt="2025-10-28T09:51:34.326" v="1430" actId="1032"/>
          <ac:spMkLst>
            <pc:docMk/>
            <pc:sldMk cId="2102140059" sldId="262"/>
            <ac:spMk id="3" creationId="{80F58F0C-92F4-0BD5-A8A5-3EEC5007A3F6}"/>
          </ac:spMkLst>
        </pc:spChg>
        <pc:graphicFrameChg chg="add mod modGraphic">
          <ac:chgData name="Himanshu Kumar" userId="f7cc3c086d063899" providerId="LiveId" clId="{73DC8305-6C10-498C-A0D5-802496216F2A}" dt="2025-10-28T09:58:09.703" v="1764" actId="20577"/>
          <ac:graphicFrameMkLst>
            <pc:docMk/>
            <pc:sldMk cId="2102140059" sldId="262"/>
            <ac:graphicFrameMk id="6" creationId="{CEB4A33E-DFFA-F7A8-ECE8-98E2B73B19C8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B65568-401C-400E-AEA1-BA34275BC02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5EB43EA-2DBC-4784-9A91-0DCFFE2E6BA2}">
      <dgm:prSet phldrT="[Text]" phldr="0" custT="1"/>
      <dgm:spPr/>
      <dgm:t>
        <a:bodyPr/>
        <a:lstStyle/>
        <a:p>
          <a:r>
            <a:rPr lang="en-IN" sz="1800" dirty="0"/>
            <a:t>PROGRAMMING WITH</a:t>
          </a:r>
        </a:p>
        <a:p>
          <a:r>
            <a:rPr lang="en-IN" sz="1800" dirty="0"/>
            <a:t>C  LANGUAGE</a:t>
          </a:r>
        </a:p>
      </dgm:t>
    </dgm:pt>
    <dgm:pt modelId="{91951291-DD47-47CE-8366-4D3E4C29A552}" type="parTrans" cxnId="{4CB7EE68-4C76-4302-B99E-A687BB65DC45}">
      <dgm:prSet/>
      <dgm:spPr/>
      <dgm:t>
        <a:bodyPr/>
        <a:lstStyle/>
        <a:p>
          <a:endParaRPr lang="en-IN"/>
        </a:p>
      </dgm:t>
    </dgm:pt>
    <dgm:pt modelId="{D51FB414-8FFD-47F7-81B0-4DD5AC247508}" type="sibTrans" cxnId="{4CB7EE68-4C76-4302-B99E-A687BB65DC45}">
      <dgm:prSet/>
      <dgm:spPr/>
      <dgm:t>
        <a:bodyPr/>
        <a:lstStyle/>
        <a:p>
          <a:endParaRPr lang="en-IN"/>
        </a:p>
      </dgm:t>
    </dgm:pt>
    <dgm:pt modelId="{9BC2AAAE-10C0-429F-A474-EB115641609E}">
      <dgm:prSet phldrT="[Text]" phldr="0" custT="1"/>
      <dgm:spPr/>
      <dgm:t>
        <a:bodyPr/>
        <a:lstStyle/>
        <a:p>
          <a:r>
            <a:rPr lang="en-IN" sz="1800" dirty="0"/>
            <a:t>WEB DEVELOPMENT :</a:t>
          </a:r>
        </a:p>
        <a:p>
          <a:r>
            <a:rPr lang="en-IN" sz="1800" dirty="0"/>
            <a:t>HTML , CSS AND </a:t>
          </a:r>
        </a:p>
        <a:p>
          <a:r>
            <a:rPr lang="en-IN" sz="1800" dirty="0"/>
            <a:t>JAVA SCRIPT</a:t>
          </a:r>
        </a:p>
      </dgm:t>
    </dgm:pt>
    <dgm:pt modelId="{6C8948EC-677D-40E6-96A1-46715512999B}" type="parTrans" cxnId="{E4969EA9-D5A4-4322-B7CA-5FBD438655D4}">
      <dgm:prSet/>
      <dgm:spPr/>
      <dgm:t>
        <a:bodyPr/>
        <a:lstStyle/>
        <a:p>
          <a:endParaRPr lang="en-IN"/>
        </a:p>
      </dgm:t>
    </dgm:pt>
    <dgm:pt modelId="{8A0F784D-7AAC-4B5F-BAFF-86AB03B6C5D8}" type="sibTrans" cxnId="{E4969EA9-D5A4-4322-B7CA-5FBD438655D4}">
      <dgm:prSet/>
      <dgm:spPr/>
      <dgm:t>
        <a:bodyPr/>
        <a:lstStyle/>
        <a:p>
          <a:endParaRPr lang="en-IN"/>
        </a:p>
      </dgm:t>
    </dgm:pt>
    <dgm:pt modelId="{3F4CDD23-9A78-4C08-BF63-920DF16AF97B}">
      <dgm:prSet phldrT="[Text]" phldr="0" custT="1"/>
      <dgm:spPr/>
      <dgm:t>
        <a:bodyPr/>
        <a:lstStyle/>
        <a:p>
          <a:r>
            <a:rPr lang="en-IN" sz="1800" dirty="0"/>
            <a:t>COMMUNICATION PROFICIENCY</a:t>
          </a:r>
        </a:p>
        <a:p>
          <a:r>
            <a:rPr lang="en-IN" sz="1800" dirty="0"/>
            <a:t>( </a:t>
          </a:r>
          <a:r>
            <a:rPr lang="en-IN" sz="1400" dirty="0"/>
            <a:t>FOR ENGLISH SPEAKING SKILLS </a:t>
          </a:r>
          <a:r>
            <a:rPr lang="en-IN" sz="1800" dirty="0"/>
            <a:t>)</a:t>
          </a:r>
        </a:p>
      </dgm:t>
    </dgm:pt>
    <dgm:pt modelId="{189F6ADD-003F-46D7-8961-F8C27F116D8B}" type="parTrans" cxnId="{7CF96515-BA4E-4B64-8BFF-6A0856B520B0}">
      <dgm:prSet/>
      <dgm:spPr/>
      <dgm:t>
        <a:bodyPr/>
        <a:lstStyle/>
        <a:p>
          <a:endParaRPr lang="en-IN"/>
        </a:p>
      </dgm:t>
    </dgm:pt>
    <dgm:pt modelId="{92CAA25E-CB35-4228-A1E4-CB7F3116A57C}" type="sibTrans" cxnId="{7CF96515-BA4E-4B64-8BFF-6A0856B520B0}">
      <dgm:prSet/>
      <dgm:spPr/>
      <dgm:t>
        <a:bodyPr/>
        <a:lstStyle/>
        <a:p>
          <a:endParaRPr lang="en-IN"/>
        </a:p>
      </dgm:t>
    </dgm:pt>
    <dgm:pt modelId="{908E7746-7047-470F-B623-23BD83D5A786}">
      <dgm:prSet phldrT="[Text]" phldr="0" custT="1"/>
      <dgm:spPr/>
      <dgm:t>
        <a:bodyPr/>
        <a:lstStyle/>
        <a:p>
          <a:r>
            <a:rPr lang="en-IN" sz="1800" dirty="0"/>
            <a:t>MATHS  AND  CAREER </a:t>
          </a:r>
        </a:p>
        <a:p>
          <a:r>
            <a:rPr lang="en-IN" sz="1800" dirty="0"/>
            <a:t>DEVELOPMENT  CENTER</a:t>
          </a:r>
        </a:p>
        <a:p>
          <a:r>
            <a:rPr lang="en-IN" sz="1800" dirty="0"/>
            <a:t>(  </a:t>
          </a:r>
          <a:r>
            <a:rPr lang="en-IN" sz="1400" dirty="0"/>
            <a:t>LOGICAL THINKLING AND DEEP THINKING </a:t>
          </a:r>
          <a:r>
            <a:rPr lang="en-IN" sz="1800" dirty="0"/>
            <a:t>)</a:t>
          </a:r>
          <a:endParaRPr lang="en-IN" sz="1400" dirty="0"/>
        </a:p>
      </dgm:t>
    </dgm:pt>
    <dgm:pt modelId="{CB437E77-3E90-4213-A21F-29811B6A9390}" type="parTrans" cxnId="{4536AA39-8072-464A-90BC-0F4696136EC2}">
      <dgm:prSet/>
      <dgm:spPr/>
      <dgm:t>
        <a:bodyPr/>
        <a:lstStyle/>
        <a:p>
          <a:endParaRPr lang="en-IN"/>
        </a:p>
      </dgm:t>
    </dgm:pt>
    <dgm:pt modelId="{24FC0329-884E-4E09-8068-32A9E30FE7D7}" type="sibTrans" cxnId="{4536AA39-8072-464A-90BC-0F4696136EC2}">
      <dgm:prSet/>
      <dgm:spPr/>
      <dgm:t>
        <a:bodyPr/>
        <a:lstStyle/>
        <a:p>
          <a:endParaRPr lang="en-IN"/>
        </a:p>
      </dgm:t>
    </dgm:pt>
    <dgm:pt modelId="{0EF90FF9-1BBA-4577-9EE2-F92A7265FBDF}" type="pres">
      <dgm:prSet presAssocID="{C5B65568-401C-400E-AEA1-BA34275BC02E}" presName="diagram" presStyleCnt="0">
        <dgm:presLayoutVars>
          <dgm:dir/>
          <dgm:resizeHandles val="exact"/>
        </dgm:presLayoutVars>
      </dgm:prSet>
      <dgm:spPr/>
    </dgm:pt>
    <dgm:pt modelId="{D7D0258A-DB7D-4B0F-8567-2A174B2B49ED}" type="pres">
      <dgm:prSet presAssocID="{55EB43EA-2DBC-4784-9A91-0DCFFE2E6BA2}" presName="node" presStyleLbl="node1" presStyleIdx="0" presStyleCnt="4">
        <dgm:presLayoutVars>
          <dgm:bulletEnabled val="1"/>
        </dgm:presLayoutVars>
      </dgm:prSet>
      <dgm:spPr/>
    </dgm:pt>
    <dgm:pt modelId="{85D91C2D-56F1-4A7C-94A9-ED67A8F12DC3}" type="pres">
      <dgm:prSet presAssocID="{D51FB414-8FFD-47F7-81B0-4DD5AC247508}" presName="sibTrans" presStyleCnt="0"/>
      <dgm:spPr/>
    </dgm:pt>
    <dgm:pt modelId="{E2AA31E9-D38A-4FE4-A2E3-594D9812007F}" type="pres">
      <dgm:prSet presAssocID="{9BC2AAAE-10C0-429F-A474-EB115641609E}" presName="node" presStyleLbl="node1" presStyleIdx="1" presStyleCnt="4">
        <dgm:presLayoutVars>
          <dgm:bulletEnabled val="1"/>
        </dgm:presLayoutVars>
      </dgm:prSet>
      <dgm:spPr/>
    </dgm:pt>
    <dgm:pt modelId="{EFE305DD-793B-4D61-8CAF-47E15D75C8BA}" type="pres">
      <dgm:prSet presAssocID="{8A0F784D-7AAC-4B5F-BAFF-86AB03B6C5D8}" presName="sibTrans" presStyleCnt="0"/>
      <dgm:spPr/>
    </dgm:pt>
    <dgm:pt modelId="{F51F3E94-90A5-45AC-9232-5C9BC84000DA}" type="pres">
      <dgm:prSet presAssocID="{3F4CDD23-9A78-4C08-BF63-920DF16AF97B}" presName="node" presStyleLbl="node1" presStyleIdx="2" presStyleCnt="4">
        <dgm:presLayoutVars>
          <dgm:bulletEnabled val="1"/>
        </dgm:presLayoutVars>
      </dgm:prSet>
      <dgm:spPr/>
    </dgm:pt>
    <dgm:pt modelId="{36133F35-0864-47CD-A1D0-33364420DC81}" type="pres">
      <dgm:prSet presAssocID="{92CAA25E-CB35-4228-A1E4-CB7F3116A57C}" presName="sibTrans" presStyleCnt="0"/>
      <dgm:spPr/>
    </dgm:pt>
    <dgm:pt modelId="{900317AA-D26B-45A5-8A89-68EAAB0854CE}" type="pres">
      <dgm:prSet presAssocID="{908E7746-7047-470F-B623-23BD83D5A786}" presName="node" presStyleLbl="node1" presStyleIdx="3" presStyleCnt="4">
        <dgm:presLayoutVars>
          <dgm:bulletEnabled val="1"/>
        </dgm:presLayoutVars>
      </dgm:prSet>
      <dgm:spPr/>
    </dgm:pt>
  </dgm:ptLst>
  <dgm:cxnLst>
    <dgm:cxn modelId="{B7114409-8068-4594-82F0-D24C944E9D2A}" type="presOf" srcId="{3F4CDD23-9A78-4C08-BF63-920DF16AF97B}" destId="{F51F3E94-90A5-45AC-9232-5C9BC84000DA}" srcOrd="0" destOrd="0" presId="urn:microsoft.com/office/officeart/2005/8/layout/default"/>
    <dgm:cxn modelId="{7CF96515-BA4E-4B64-8BFF-6A0856B520B0}" srcId="{C5B65568-401C-400E-AEA1-BA34275BC02E}" destId="{3F4CDD23-9A78-4C08-BF63-920DF16AF97B}" srcOrd="2" destOrd="0" parTransId="{189F6ADD-003F-46D7-8961-F8C27F116D8B}" sibTransId="{92CAA25E-CB35-4228-A1E4-CB7F3116A57C}"/>
    <dgm:cxn modelId="{4536AA39-8072-464A-90BC-0F4696136EC2}" srcId="{C5B65568-401C-400E-AEA1-BA34275BC02E}" destId="{908E7746-7047-470F-B623-23BD83D5A786}" srcOrd="3" destOrd="0" parTransId="{CB437E77-3E90-4213-A21F-29811B6A9390}" sibTransId="{24FC0329-884E-4E09-8068-32A9E30FE7D7}"/>
    <dgm:cxn modelId="{4CB7EE68-4C76-4302-B99E-A687BB65DC45}" srcId="{C5B65568-401C-400E-AEA1-BA34275BC02E}" destId="{55EB43EA-2DBC-4784-9A91-0DCFFE2E6BA2}" srcOrd="0" destOrd="0" parTransId="{91951291-DD47-47CE-8366-4D3E4C29A552}" sibTransId="{D51FB414-8FFD-47F7-81B0-4DD5AC247508}"/>
    <dgm:cxn modelId="{52F1B149-2D87-410F-91D7-5264383EE2CF}" type="presOf" srcId="{C5B65568-401C-400E-AEA1-BA34275BC02E}" destId="{0EF90FF9-1BBA-4577-9EE2-F92A7265FBDF}" srcOrd="0" destOrd="0" presId="urn:microsoft.com/office/officeart/2005/8/layout/default"/>
    <dgm:cxn modelId="{E4969EA9-D5A4-4322-B7CA-5FBD438655D4}" srcId="{C5B65568-401C-400E-AEA1-BA34275BC02E}" destId="{9BC2AAAE-10C0-429F-A474-EB115641609E}" srcOrd="1" destOrd="0" parTransId="{6C8948EC-677D-40E6-96A1-46715512999B}" sibTransId="{8A0F784D-7AAC-4B5F-BAFF-86AB03B6C5D8}"/>
    <dgm:cxn modelId="{27987CCB-B142-4D7A-A862-1E1D003AF44D}" type="presOf" srcId="{55EB43EA-2DBC-4784-9A91-0DCFFE2E6BA2}" destId="{D7D0258A-DB7D-4B0F-8567-2A174B2B49ED}" srcOrd="0" destOrd="0" presId="urn:microsoft.com/office/officeart/2005/8/layout/default"/>
    <dgm:cxn modelId="{65DB8CCD-495D-414D-BC0E-A3DC511930A7}" type="presOf" srcId="{908E7746-7047-470F-B623-23BD83D5A786}" destId="{900317AA-D26B-45A5-8A89-68EAAB0854CE}" srcOrd="0" destOrd="0" presId="urn:microsoft.com/office/officeart/2005/8/layout/default"/>
    <dgm:cxn modelId="{B8DA58F7-8815-4144-97D1-A828DE9DC3A4}" type="presOf" srcId="{9BC2AAAE-10C0-429F-A474-EB115641609E}" destId="{E2AA31E9-D38A-4FE4-A2E3-594D9812007F}" srcOrd="0" destOrd="0" presId="urn:microsoft.com/office/officeart/2005/8/layout/default"/>
    <dgm:cxn modelId="{19965491-B1EA-4E78-B516-4187AA9CBB55}" type="presParOf" srcId="{0EF90FF9-1BBA-4577-9EE2-F92A7265FBDF}" destId="{D7D0258A-DB7D-4B0F-8567-2A174B2B49ED}" srcOrd="0" destOrd="0" presId="urn:microsoft.com/office/officeart/2005/8/layout/default"/>
    <dgm:cxn modelId="{5740C35E-02F0-41D4-BA0C-86B31DB5E21A}" type="presParOf" srcId="{0EF90FF9-1BBA-4577-9EE2-F92A7265FBDF}" destId="{85D91C2D-56F1-4A7C-94A9-ED67A8F12DC3}" srcOrd="1" destOrd="0" presId="urn:microsoft.com/office/officeart/2005/8/layout/default"/>
    <dgm:cxn modelId="{AC46864E-944C-4AF0-9601-B26957117FEC}" type="presParOf" srcId="{0EF90FF9-1BBA-4577-9EE2-F92A7265FBDF}" destId="{E2AA31E9-D38A-4FE4-A2E3-594D9812007F}" srcOrd="2" destOrd="0" presId="urn:microsoft.com/office/officeart/2005/8/layout/default"/>
    <dgm:cxn modelId="{61B7AC39-146C-4E41-AE80-1C8A67FB135F}" type="presParOf" srcId="{0EF90FF9-1BBA-4577-9EE2-F92A7265FBDF}" destId="{EFE305DD-793B-4D61-8CAF-47E15D75C8BA}" srcOrd="3" destOrd="0" presId="urn:microsoft.com/office/officeart/2005/8/layout/default"/>
    <dgm:cxn modelId="{627B934E-2787-4602-98A0-1029E0EFC828}" type="presParOf" srcId="{0EF90FF9-1BBA-4577-9EE2-F92A7265FBDF}" destId="{F51F3E94-90A5-45AC-9232-5C9BC84000DA}" srcOrd="4" destOrd="0" presId="urn:microsoft.com/office/officeart/2005/8/layout/default"/>
    <dgm:cxn modelId="{E27401FB-4B5C-4B58-9EDA-634DD5F84C90}" type="presParOf" srcId="{0EF90FF9-1BBA-4577-9EE2-F92A7265FBDF}" destId="{36133F35-0864-47CD-A1D0-33364420DC81}" srcOrd="5" destOrd="0" presId="urn:microsoft.com/office/officeart/2005/8/layout/default"/>
    <dgm:cxn modelId="{3185FACF-1108-4610-8DD9-DA2BECA33743}" type="presParOf" srcId="{0EF90FF9-1BBA-4577-9EE2-F92A7265FBDF}" destId="{900317AA-D26B-45A5-8A89-68EAAB0854CE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93DD97-BCAA-4E81-A4FD-279E8B2C9550}" type="doc">
      <dgm:prSet loTypeId="urn:microsoft.com/office/officeart/2005/8/layout/list1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3B00CA8-BD79-488E-B4CD-BAEB8F7A5E88}">
      <dgm:prSet phldrT="[Text]" phldr="0"/>
      <dgm:spPr/>
      <dgm:t>
        <a:bodyPr/>
        <a:lstStyle/>
        <a:p>
          <a:r>
            <a:rPr lang="en-IN" dirty="0"/>
            <a:t>1.</a:t>
          </a:r>
        </a:p>
      </dgm:t>
    </dgm:pt>
    <dgm:pt modelId="{02FC9963-E640-4231-A9C9-A2F9BC2A37BC}" type="parTrans" cxnId="{BC203874-0077-4407-8AC7-FCAFF0788502}">
      <dgm:prSet/>
      <dgm:spPr/>
      <dgm:t>
        <a:bodyPr/>
        <a:lstStyle/>
        <a:p>
          <a:endParaRPr lang="en-IN"/>
        </a:p>
      </dgm:t>
    </dgm:pt>
    <dgm:pt modelId="{1DF22D46-D951-437A-9BF7-C31ECBB40AB2}" type="sibTrans" cxnId="{BC203874-0077-4407-8AC7-FCAFF0788502}">
      <dgm:prSet/>
      <dgm:spPr/>
      <dgm:t>
        <a:bodyPr/>
        <a:lstStyle/>
        <a:p>
          <a:endParaRPr lang="en-IN"/>
        </a:p>
      </dgm:t>
    </dgm:pt>
    <dgm:pt modelId="{3B985389-3268-4032-8C29-25ABAE37B61D}">
      <dgm:prSet phldrT="[Text]" phldr="0"/>
      <dgm:spPr/>
      <dgm:t>
        <a:bodyPr/>
        <a:lstStyle/>
        <a:p>
          <a:r>
            <a:rPr lang="en-IN" dirty="0"/>
            <a:t>2.</a:t>
          </a:r>
        </a:p>
      </dgm:t>
    </dgm:pt>
    <dgm:pt modelId="{E340A903-DB2D-4887-A374-6052C70865E2}" type="parTrans" cxnId="{F316589E-157F-46B1-8617-67463DAD9FF6}">
      <dgm:prSet/>
      <dgm:spPr/>
      <dgm:t>
        <a:bodyPr/>
        <a:lstStyle/>
        <a:p>
          <a:endParaRPr lang="en-IN"/>
        </a:p>
      </dgm:t>
    </dgm:pt>
    <dgm:pt modelId="{99B888D5-5BDE-41C4-9C3B-4F365C10E7C4}" type="sibTrans" cxnId="{F316589E-157F-46B1-8617-67463DAD9FF6}">
      <dgm:prSet/>
      <dgm:spPr/>
      <dgm:t>
        <a:bodyPr/>
        <a:lstStyle/>
        <a:p>
          <a:endParaRPr lang="en-IN"/>
        </a:p>
      </dgm:t>
    </dgm:pt>
    <dgm:pt modelId="{5E5CE009-6298-4DE7-96EF-0963A85467F0}">
      <dgm:prSet phldrT="[Text]" phldr="0"/>
      <dgm:spPr/>
      <dgm:t>
        <a:bodyPr/>
        <a:lstStyle/>
        <a:p>
          <a:r>
            <a:rPr lang="en-IN" dirty="0"/>
            <a:t>3.</a:t>
          </a:r>
        </a:p>
      </dgm:t>
    </dgm:pt>
    <dgm:pt modelId="{15C40C84-5C97-4970-A26E-D6D6AC506CD4}" type="parTrans" cxnId="{7177E1E3-E95C-4745-9899-DEB542335C65}">
      <dgm:prSet/>
      <dgm:spPr/>
      <dgm:t>
        <a:bodyPr/>
        <a:lstStyle/>
        <a:p>
          <a:endParaRPr lang="en-IN"/>
        </a:p>
      </dgm:t>
    </dgm:pt>
    <dgm:pt modelId="{4209C403-3DDF-4EC6-8577-CE5954EA8196}" type="sibTrans" cxnId="{7177E1E3-E95C-4745-9899-DEB542335C65}">
      <dgm:prSet/>
      <dgm:spPr/>
      <dgm:t>
        <a:bodyPr/>
        <a:lstStyle/>
        <a:p>
          <a:endParaRPr lang="en-IN"/>
        </a:p>
      </dgm:t>
    </dgm:pt>
    <dgm:pt modelId="{2074D6AC-C760-4023-88FF-FBEAB092F3C8}">
      <dgm:prSet custT="1"/>
      <dgm:spPr/>
      <dgm:t>
        <a:bodyPr/>
        <a:lstStyle/>
        <a:p>
          <a:r>
            <a:rPr lang="en-IN" sz="3200" dirty="0"/>
            <a:t>FULL STACK DEVELOPER </a:t>
          </a:r>
        </a:p>
      </dgm:t>
    </dgm:pt>
    <dgm:pt modelId="{895A2177-6632-4C54-8D36-4314F8BBE1F6}" type="parTrans" cxnId="{2D0E9188-344B-4762-A961-A693BEF9AA3E}">
      <dgm:prSet/>
      <dgm:spPr/>
      <dgm:t>
        <a:bodyPr/>
        <a:lstStyle/>
        <a:p>
          <a:endParaRPr lang="en-IN"/>
        </a:p>
      </dgm:t>
    </dgm:pt>
    <dgm:pt modelId="{55054FB3-3D30-4E55-ADB1-D5685BD1802D}" type="sibTrans" cxnId="{2D0E9188-344B-4762-A961-A693BEF9AA3E}">
      <dgm:prSet/>
      <dgm:spPr/>
      <dgm:t>
        <a:bodyPr/>
        <a:lstStyle/>
        <a:p>
          <a:endParaRPr lang="en-IN"/>
        </a:p>
      </dgm:t>
    </dgm:pt>
    <dgm:pt modelId="{72DB7676-B670-4150-AACF-B7F772380DAF}">
      <dgm:prSet custT="1"/>
      <dgm:spPr/>
      <dgm:t>
        <a:bodyPr/>
        <a:lstStyle/>
        <a:p>
          <a:r>
            <a:rPr lang="en-IN" sz="3200" dirty="0"/>
            <a:t>EXCELLENT LEADERSHIP QUALITY</a:t>
          </a:r>
        </a:p>
      </dgm:t>
    </dgm:pt>
    <dgm:pt modelId="{F98C3622-5A42-407F-B69D-9A351FD5320A}" type="parTrans" cxnId="{F683938B-D3E7-4D65-A812-B9B06B00946C}">
      <dgm:prSet/>
      <dgm:spPr/>
      <dgm:t>
        <a:bodyPr/>
        <a:lstStyle/>
        <a:p>
          <a:endParaRPr lang="en-IN"/>
        </a:p>
      </dgm:t>
    </dgm:pt>
    <dgm:pt modelId="{80BA7959-B4D1-470C-A441-5E91B6A331F9}" type="sibTrans" cxnId="{F683938B-D3E7-4D65-A812-B9B06B00946C}">
      <dgm:prSet/>
      <dgm:spPr/>
      <dgm:t>
        <a:bodyPr/>
        <a:lstStyle/>
        <a:p>
          <a:endParaRPr lang="en-IN"/>
        </a:p>
      </dgm:t>
    </dgm:pt>
    <dgm:pt modelId="{4375270C-D498-4EEE-89D9-2959227A8EC0}">
      <dgm:prSet custT="1"/>
      <dgm:spPr/>
      <dgm:t>
        <a:bodyPr/>
        <a:lstStyle/>
        <a:p>
          <a:r>
            <a:rPr lang="en-IN" sz="3200" dirty="0"/>
            <a:t>EXCELLENT COMMUNICATION SKILLS </a:t>
          </a:r>
        </a:p>
      </dgm:t>
    </dgm:pt>
    <dgm:pt modelId="{A55607B1-6BCB-4E6D-93F3-FBBFBD6F6084}" type="parTrans" cxnId="{CB63BF04-C815-4EF4-8171-9630B8492AA7}">
      <dgm:prSet/>
      <dgm:spPr/>
      <dgm:t>
        <a:bodyPr/>
        <a:lstStyle/>
        <a:p>
          <a:endParaRPr lang="en-IN"/>
        </a:p>
      </dgm:t>
    </dgm:pt>
    <dgm:pt modelId="{AB8A25C4-E039-4F58-B8A2-295463B52D9E}" type="sibTrans" cxnId="{CB63BF04-C815-4EF4-8171-9630B8492AA7}">
      <dgm:prSet/>
      <dgm:spPr/>
      <dgm:t>
        <a:bodyPr/>
        <a:lstStyle/>
        <a:p>
          <a:endParaRPr lang="en-IN"/>
        </a:p>
      </dgm:t>
    </dgm:pt>
    <dgm:pt modelId="{4CABA117-FEC2-4039-8C36-D65AD5CE620E}" type="pres">
      <dgm:prSet presAssocID="{8293DD97-BCAA-4E81-A4FD-279E8B2C9550}" presName="linear" presStyleCnt="0">
        <dgm:presLayoutVars>
          <dgm:dir/>
          <dgm:animLvl val="lvl"/>
          <dgm:resizeHandles val="exact"/>
        </dgm:presLayoutVars>
      </dgm:prSet>
      <dgm:spPr/>
    </dgm:pt>
    <dgm:pt modelId="{768A4A92-7E27-4755-BFB6-73BB3698935C}" type="pres">
      <dgm:prSet presAssocID="{83B00CA8-BD79-488E-B4CD-BAEB8F7A5E88}" presName="parentLin" presStyleCnt="0"/>
      <dgm:spPr/>
    </dgm:pt>
    <dgm:pt modelId="{D981D268-B318-4CD8-B8C0-6E8EDB6DC29C}" type="pres">
      <dgm:prSet presAssocID="{83B00CA8-BD79-488E-B4CD-BAEB8F7A5E88}" presName="parentLeftMargin" presStyleLbl="node1" presStyleIdx="0" presStyleCnt="3"/>
      <dgm:spPr/>
    </dgm:pt>
    <dgm:pt modelId="{8F5F59D6-806A-4055-8AEB-FE673AF7DCE6}" type="pres">
      <dgm:prSet presAssocID="{83B00CA8-BD79-488E-B4CD-BAEB8F7A5E8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270C44F-F252-4A8A-A798-06B433F8DC47}" type="pres">
      <dgm:prSet presAssocID="{83B00CA8-BD79-488E-B4CD-BAEB8F7A5E88}" presName="negativeSpace" presStyleCnt="0"/>
      <dgm:spPr/>
    </dgm:pt>
    <dgm:pt modelId="{A3FC96CA-3122-4376-9FC5-DB06295232E3}" type="pres">
      <dgm:prSet presAssocID="{83B00CA8-BD79-488E-B4CD-BAEB8F7A5E88}" presName="childText" presStyleLbl="conFgAcc1" presStyleIdx="0" presStyleCnt="3">
        <dgm:presLayoutVars>
          <dgm:bulletEnabled val="1"/>
        </dgm:presLayoutVars>
      </dgm:prSet>
      <dgm:spPr/>
    </dgm:pt>
    <dgm:pt modelId="{C364FF79-3125-463D-B40D-4205B0EB3900}" type="pres">
      <dgm:prSet presAssocID="{1DF22D46-D951-437A-9BF7-C31ECBB40AB2}" presName="spaceBetweenRectangles" presStyleCnt="0"/>
      <dgm:spPr/>
    </dgm:pt>
    <dgm:pt modelId="{0AB06021-DB7F-4402-BF36-13585EADABAF}" type="pres">
      <dgm:prSet presAssocID="{3B985389-3268-4032-8C29-25ABAE37B61D}" presName="parentLin" presStyleCnt="0"/>
      <dgm:spPr/>
    </dgm:pt>
    <dgm:pt modelId="{686C7E9B-C1A2-4036-ADD9-76B67E86C4FF}" type="pres">
      <dgm:prSet presAssocID="{3B985389-3268-4032-8C29-25ABAE37B61D}" presName="parentLeftMargin" presStyleLbl="node1" presStyleIdx="0" presStyleCnt="3"/>
      <dgm:spPr/>
    </dgm:pt>
    <dgm:pt modelId="{5754F389-5418-42AB-B843-1AA36A499B2E}" type="pres">
      <dgm:prSet presAssocID="{3B985389-3268-4032-8C29-25ABAE37B61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067E84F-4EE4-4E8D-ACC1-EC5E212F0DDE}" type="pres">
      <dgm:prSet presAssocID="{3B985389-3268-4032-8C29-25ABAE37B61D}" presName="negativeSpace" presStyleCnt="0"/>
      <dgm:spPr/>
    </dgm:pt>
    <dgm:pt modelId="{75869800-737C-49D6-A969-D651E65924A3}" type="pres">
      <dgm:prSet presAssocID="{3B985389-3268-4032-8C29-25ABAE37B61D}" presName="childText" presStyleLbl="conFgAcc1" presStyleIdx="1" presStyleCnt="3">
        <dgm:presLayoutVars>
          <dgm:bulletEnabled val="1"/>
        </dgm:presLayoutVars>
      </dgm:prSet>
      <dgm:spPr/>
    </dgm:pt>
    <dgm:pt modelId="{2782D48F-7E00-438F-A181-3D817E31D731}" type="pres">
      <dgm:prSet presAssocID="{99B888D5-5BDE-41C4-9C3B-4F365C10E7C4}" presName="spaceBetweenRectangles" presStyleCnt="0"/>
      <dgm:spPr/>
    </dgm:pt>
    <dgm:pt modelId="{86D4CFD3-01C5-4C1A-A11F-1474536C44D4}" type="pres">
      <dgm:prSet presAssocID="{5E5CE009-6298-4DE7-96EF-0963A85467F0}" presName="parentLin" presStyleCnt="0"/>
      <dgm:spPr/>
    </dgm:pt>
    <dgm:pt modelId="{4440004E-F479-4AEF-9597-30E1DB3B07FD}" type="pres">
      <dgm:prSet presAssocID="{5E5CE009-6298-4DE7-96EF-0963A85467F0}" presName="parentLeftMargin" presStyleLbl="node1" presStyleIdx="1" presStyleCnt="3"/>
      <dgm:spPr/>
    </dgm:pt>
    <dgm:pt modelId="{D876244D-B900-4A05-83C2-F0E827CD6B9F}" type="pres">
      <dgm:prSet presAssocID="{5E5CE009-6298-4DE7-96EF-0963A85467F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6A2053B-F91E-4665-8A08-14D5F7646D5B}" type="pres">
      <dgm:prSet presAssocID="{5E5CE009-6298-4DE7-96EF-0963A85467F0}" presName="negativeSpace" presStyleCnt="0"/>
      <dgm:spPr/>
    </dgm:pt>
    <dgm:pt modelId="{4E95C8B6-ED87-427B-847F-DFFEBF0E7AA3}" type="pres">
      <dgm:prSet presAssocID="{5E5CE009-6298-4DE7-96EF-0963A85467F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B63BF04-C815-4EF4-8171-9630B8492AA7}" srcId="{5E5CE009-6298-4DE7-96EF-0963A85467F0}" destId="{4375270C-D498-4EEE-89D9-2959227A8EC0}" srcOrd="0" destOrd="0" parTransId="{A55607B1-6BCB-4E6D-93F3-FBBFBD6F6084}" sibTransId="{AB8A25C4-E039-4F58-B8A2-295463B52D9E}"/>
    <dgm:cxn modelId="{B340E708-F4D9-4AA5-A660-BA0A17A9432E}" type="presOf" srcId="{83B00CA8-BD79-488E-B4CD-BAEB8F7A5E88}" destId="{D981D268-B318-4CD8-B8C0-6E8EDB6DC29C}" srcOrd="0" destOrd="0" presId="urn:microsoft.com/office/officeart/2005/8/layout/list1"/>
    <dgm:cxn modelId="{20F6AC11-8FDB-40F0-A705-B4F3A88E6B41}" type="presOf" srcId="{83B00CA8-BD79-488E-B4CD-BAEB8F7A5E88}" destId="{8F5F59D6-806A-4055-8AEB-FE673AF7DCE6}" srcOrd="1" destOrd="0" presId="urn:microsoft.com/office/officeart/2005/8/layout/list1"/>
    <dgm:cxn modelId="{8917BC27-25DC-493D-B658-8A08E6CFDCE7}" type="presOf" srcId="{4375270C-D498-4EEE-89D9-2959227A8EC0}" destId="{4E95C8B6-ED87-427B-847F-DFFEBF0E7AA3}" srcOrd="0" destOrd="0" presId="urn:microsoft.com/office/officeart/2005/8/layout/list1"/>
    <dgm:cxn modelId="{32700930-49B4-49A4-8443-2F6EE2A2B2D1}" type="presOf" srcId="{8293DD97-BCAA-4E81-A4FD-279E8B2C9550}" destId="{4CABA117-FEC2-4039-8C36-D65AD5CE620E}" srcOrd="0" destOrd="0" presId="urn:microsoft.com/office/officeart/2005/8/layout/list1"/>
    <dgm:cxn modelId="{94FF533F-DEB0-4D42-B954-AFE96C444678}" type="presOf" srcId="{3B985389-3268-4032-8C29-25ABAE37B61D}" destId="{5754F389-5418-42AB-B843-1AA36A499B2E}" srcOrd="1" destOrd="0" presId="urn:microsoft.com/office/officeart/2005/8/layout/list1"/>
    <dgm:cxn modelId="{4998ED5B-14F6-4A39-9701-2FDFADC583E8}" type="presOf" srcId="{3B985389-3268-4032-8C29-25ABAE37B61D}" destId="{686C7E9B-C1A2-4036-ADD9-76B67E86C4FF}" srcOrd="0" destOrd="0" presId="urn:microsoft.com/office/officeart/2005/8/layout/list1"/>
    <dgm:cxn modelId="{79922464-2DD4-42C5-9830-362444199F1A}" type="presOf" srcId="{72DB7676-B670-4150-AACF-B7F772380DAF}" destId="{75869800-737C-49D6-A969-D651E65924A3}" srcOrd="0" destOrd="0" presId="urn:microsoft.com/office/officeart/2005/8/layout/list1"/>
    <dgm:cxn modelId="{5108ED6C-7755-4A9B-ABCF-E9D251B4B7BC}" type="presOf" srcId="{5E5CE009-6298-4DE7-96EF-0963A85467F0}" destId="{D876244D-B900-4A05-83C2-F0E827CD6B9F}" srcOrd="1" destOrd="0" presId="urn:microsoft.com/office/officeart/2005/8/layout/list1"/>
    <dgm:cxn modelId="{7DFADD4E-8B95-4034-9910-A1B53CD02706}" type="presOf" srcId="{2074D6AC-C760-4023-88FF-FBEAB092F3C8}" destId="{A3FC96CA-3122-4376-9FC5-DB06295232E3}" srcOrd="0" destOrd="0" presId="urn:microsoft.com/office/officeart/2005/8/layout/list1"/>
    <dgm:cxn modelId="{BC203874-0077-4407-8AC7-FCAFF0788502}" srcId="{8293DD97-BCAA-4E81-A4FD-279E8B2C9550}" destId="{83B00CA8-BD79-488E-B4CD-BAEB8F7A5E88}" srcOrd="0" destOrd="0" parTransId="{02FC9963-E640-4231-A9C9-A2F9BC2A37BC}" sibTransId="{1DF22D46-D951-437A-9BF7-C31ECBB40AB2}"/>
    <dgm:cxn modelId="{2D0E9188-344B-4762-A961-A693BEF9AA3E}" srcId="{83B00CA8-BD79-488E-B4CD-BAEB8F7A5E88}" destId="{2074D6AC-C760-4023-88FF-FBEAB092F3C8}" srcOrd="0" destOrd="0" parTransId="{895A2177-6632-4C54-8D36-4314F8BBE1F6}" sibTransId="{55054FB3-3D30-4E55-ADB1-D5685BD1802D}"/>
    <dgm:cxn modelId="{F683938B-D3E7-4D65-A812-B9B06B00946C}" srcId="{3B985389-3268-4032-8C29-25ABAE37B61D}" destId="{72DB7676-B670-4150-AACF-B7F772380DAF}" srcOrd="0" destOrd="0" parTransId="{F98C3622-5A42-407F-B69D-9A351FD5320A}" sibTransId="{80BA7959-B4D1-470C-A441-5E91B6A331F9}"/>
    <dgm:cxn modelId="{F316589E-157F-46B1-8617-67463DAD9FF6}" srcId="{8293DD97-BCAA-4E81-A4FD-279E8B2C9550}" destId="{3B985389-3268-4032-8C29-25ABAE37B61D}" srcOrd="1" destOrd="0" parTransId="{E340A903-DB2D-4887-A374-6052C70865E2}" sibTransId="{99B888D5-5BDE-41C4-9C3B-4F365C10E7C4}"/>
    <dgm:cxn modelId="{87F550C7-F39A-40A1-8520-020C0C042878}" type="presOf" srcId="{5E5CE009-6298-4DE7-96EF-0963A85467F0}" destId="{4440004E-F479-4AEF-9597-30E1DB3B07FD}" srcOrd="0" destOrd="0" presId="urn:microsoft.com/office/officeart/2005/8/layout/list1"/>
    <dgm:cxn modelId="{7177E1E3-E95C-4745-9899-DEB542335C65}" srcId="{8293DD97-BCAA-4E81-A4FD-279E8B2C9550}" destId="{5E5CE009-6298-4DE7-96EF-0963A85467F0}" srcOrd="2" destOrd="0" parTransId="{15C40C84-5C97-4970-A26E-D6D6AC506CD4}" sibTransId="{4209C403-3DDF-4EC6-8577-CE5954EA8196}"/>
    <dgm:cxn modelId="{BFD70547-F0F6-46E7-B237-1953DE332077}" type="presParOf" srcId="{4CABA117-FEC2-4039-8C36-D65AD5CE620E}" destId="{768A4A92-7E27-4755-BFB6-73BB3698935C}" srcOrd="0" destOrd="0" presId="urn:microsoft.com/office/officeart/2005/8/layout/list1"/>
    <dgm:cxn modelId="{7F7F276F-D0DC-4A03-9469-ADF6CE60ECC0}" type="presParOf" srcId="{768A4A92-7E27-4755-BFB6-73BB3698935C}" destId="{D981D268-B318-4CD8-B8C0-6E8EDB6DC29C}" srcOrd="0" destOrd="0" presId="urn:microsoft.com/office/officeart/2005/8/layout/list1"/>
    <dgm:cxn modelId="{7362770F-0810-47E5-9E1C-FB5DBCC172D4}" type="presParOf" srcId="{768A4A92-7E27-4755-BFB6-73BB3698935C}" destId="{8F5F59D6-806A-4055-8AEB-FE673AF7DCE6}" srcOrd="1" destOrd="0" presId="urn:microsoft.com/office/officeart/2005/8/layout/list1"/>
    <dgm:cxn modelId="{4ED44310-44ED-42BF-85DC-7A42D32CD6F9}" type="presParOf" srcId="{4CABA117-FEC2-4039-8C36-D65AD5CE620E}" destId="{8270C44F-F252-4A8A-A798-06B433F8DC47}" srcOrd="1" destOrd="0" presId="urn:microsoft.com/office/officeart/2005/8/layout/list1"/>
    <dgm:cxn modelId="{DF13586C-9A39-48CF-8ABA-96C77B2E82F5}" type="presParOf" srcId="{4CABA117-FEC2-4039-8C36-D65AD5CE620E}" destId="{A3FC96CA-3122-4376-9FC5-DB06295232E3}" srcOrd="2" destOrd="0" presId="urn:microsoft.com/office/officeart/2005/8/layout/list1"/>
    <dgm:cxn modelId="{C06E502A-1AF9-4607-A922-462BA7F8FD1F}" type="presParOf" srcId="{4CABA117-FEC2-4039-8C36-D65AD5CE620E}" destId="{C364FF79-3125-463D-B40D-4205B0EB3900}" srcOrd="3" destOrd="0" presId="urn:microsoft.com/office/officeart/2005/8/layout/list1"/>
    <dgm:cxn modelId="{BBAB5E33-281D-4295-895F-C877A3E610FE}" type="presParOf" srcId="{4CABA117-FEC2-4039-8C36-D65AD5CE620E}" destId="{0AB06021-DB7F-4402-BF36-13585EADABAF}" srcOrd="4" destOrd="0" presId="urn:microsoft.com/office/officeart/2005/8/layout/list1"/>
    <dgm:cxn modelId="{5A7938B3-90BF-4FF1-90EA-43ED69759E96}" type="presParOf" srcId="{0AB06021-DB7F-4402-BF36-13585EADABAF}" destId="{686C7E9B-C1A2-4036-ADD9-76B67E86C4FF}" srcOrd="0" destOrd="0" presId="urn:microsoft.com/office/officeart/2005/8/layout/list1"/>
    <dgm:cxn modelId="{7512F093-7D98-4F72-9661-F03CF0181A4E}" type="presParOf" srcId="{0AB06021-DB7F-4402-BF36-13585EADABAF}" destId="{5754F389-5418-42AB-B843-1AA36A499B2E}" srcOrd="1" destOrd="0" presId="urn:microsoft.com/office/officeart/2005/8/layout/list1"/>
    <dgm:cxn modelId="{5E7738DF-DEC3-44DE-B8D9-AD7F8BFADEAB}" type="presParOf" srcId="{4CABA117-FEC2-4039-8C36-D65AD5CE620E}" destId="{4067E84F-4EE4-4E8D-ACC1-EC5E212F0DDE}" srcOrd="5" destOrd="0" presId="urn:microsoft.com/office/officeart/2005/8/layout/list1"/>
    <dgm:cxn modelId="{69A0B3FB-D5D8-4C94-B363-D4943332F801}" type="presParOf" srcId="{4CABA117-FEC2-4039-8C36-D65AD5CE620E}" destId="{75869800-737C-49D6-A969-D651E65924A3}" srcOrd="6" destOrd="0" presId="urn:microsoft.com/office/officeart/2005/8/layout/list1"/>
    <dgm:cxn modelId="{7BA40418-26A6-425F-A99C-41A575C3F45F}" type="presParOf" srcId="{4CABA117-FEC2-4039-8C36-D65AD5CE620E}" destId="{2782D48F-7E00-438F-A181-3D817E31D731}" srcOrd="7" destOrd="0" presId="urn:microsoft.com/office/officeart/2005/8/layout/list1"/>
    <dgm:cxn modelId="{28C9B94D-FB13-4449-BD9C-6946C6EDD430}" type="presParOf" srcId="{4CABA117-FEC2-4039-8C36-D65AD5CE620E}" destId="{86D4CFD3-01C5-4C1A-A11F-1474536C44D4}" srcOrd="8" destOrd="0" presId="urn:microsoft.com/office/officeart/2005/8/layout/list1"/>
    <dgm:cxn modelId="{406B7BB0-9652-422E-B0AA-FCBB395143A3}" type="presParOf" srcId="{86D4CFD3-01C5-4C1A-A11F-1474536C44D4}" destId="{4440004E-F479-4AEF-9597-30E1DB3B07FD}" srcOrd="0" destOrd="0" presId="urn:microsoft.com/office/officeart/2005/8/layout/list1"/>
    <dgm:cxn modelId="{B3323FCF-FBA7-4B8F-9183-5429F7988CCC}" type="presParOf" srcId="{86D4CFD3-01C5-4C1A-A11F-1474536C44D4}" destId="{D876244D-B900-4A05-83C2-F0E827CD6B9F}" srcOrd="1" destOrd="0" presId="urn:microsoft.com/office/officeart/2005/8/layout/list1"/>
    <dgm:cxn modelId="{5703024E-76ED-4253-A208-5149F4D7F77C}" type="presParOf" srcId="{4CABA117-FEC2-4039-8C36-D65AD5CE620E}" destId="{46A2053B-F91E-4665-8A08-14D5F7646D5B}" srcOrd="9" destOrd="0" presId="urn:microsoft.com/office/officeart/2005/8/layout/list1"/>
    <dgm:cxn modelId="{E9A92F5F-4BC0-43DB-B511-28308C486425}" type="presParOf" srcId="{4CABA117-FEC2-4039-8C36-D65AD5CE620E}" destId="{4E95C8B6-ED87-427B-847F-DFFEBF0E7AA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11058E4-6333-4D09-AA05-6D741E2695AF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8013094-6CFE-4D98-BAA2-528B6B22D4E3}">
      <dgm:prSet phldrT="[Text]" phldr="0" custT="1"/>
      <dgm:spPr/>
      <dgm:t>
        <a:bodyPr/>
        <a:lstStyle/>
        <a:p>
          <a:r>
            <a:rPr lang="en-IN" sz="1800" dirty="0"/>
            <a:t>MASTER ATLEAST ONE PROGRAMMING LANGUAGE IN DEPTH</a:t>
          </a:r>
        </a:p>
      </dgm:t>
    </dgm:pt>
    <dgm:pt modelId="{DC221CA4-F8F7-4DF6-AD8D-B6E3EBA9A252}" type="parTrans" cxnId="{FA6F1915-E504-4F7A-9302-B209EAE77FC6}">
      <dgm:prSet/>
      <dgm:spPr/>
      <dgm:t>
        <a:bodyPr/>
        <a:lstStyle/>
        <a:p>
          <a:endParaRPr lang="en-IN"/>
        </a:p>
      </dgm:t>
    </dgm:pt>
    <dgm:pt modelId="{3CF24BE7-4172-4370-A874-27017615DF10}" type="sibTrans" cxnId="{FA6F1915-E504-4F7A-9302-B209EAE77FC6}">
      <dgm:prSet/>
      <dgm:spPr/>
      <dgm:t>
        <a:bodyPr/>
        <a:lstStyle/>
        <a:p>
          <a:endParaRPr lang="en-IN"/>
        </a:p>
      </dgm:t>
    </dgm:pt>
    <dgm:pt modelId="{EA7FAFF9-E016-4474-8CA9-37717AE5F96A}">
      <dgm:prSet phldrT="[Text]" phldr="0" custT="1"/>
      <dgm:spPr/>
      <dgm:t>
        <a:bodyPr/>
        <a:lstStyle/>
        <a:p>
          <a:r>
            <a:rPr lang="en-IN" sz="1800" dirty="0"/>
            <a:t>DATA STRUCTURES AND ALGORITHMS AT UTMOST  </a:t>
          </a:r>
        </a:p>
        <a:p>
          <a:r>
            <a:rPr lang="en-IN" sz="1800" dirty="0"/>
            <a:t>LEVEL </a:t>
          </a:r>
        </a:p>
      </dgm:t>
    </dgm:pt>
    <dgm:pt modelId="{09F2A66B-15D1-4CF1-BD13-36FC629D0A8C}" type="parTrans" cxnId="{C3A5C438-A677-47A6-BD10-F0195A913F54}">
      <dgm:prSet/>
      <dgm:spPr/>
      <dgm:t>
        <a:bodyPr/>
        <a:lstStyle/>
        <a:p>
          <a:endParaRPr lang="en-IN"/>
        </a:p>
      </dgm:t>
    </dgm:pt>
    <dgm:pt modelId="{2006FE65-03C0-479F-B710-1125568C720E}" type="sibTrans" cxnId="{C3A5C438-A677-47A6-BD10-F0195A913F54}">
      <dgm:prSet/>
      <dgm:spPr/>
      <dgm:t>
        <a:bodyPr/>
        <a:lstStyle/>
        <a:p>
          <a:endParaRPr lang="en-IN"/>
        </a:p>
      </dgm:t>
    </dgm:pt>
    <dgm:pt modelId="{B774FCE3-A92F-4BAE-917E-BA4A3DEFCDD3}">
      <dgm:prSet phldrT="[Text]" phldr="0" custT="1"/>
      <dgm:spPr/>
      <dgm:t>
        <a:bodyPr/>
        <a:lstStyle/>
        <a:p>
          <a:r>
            <a:rPr lang="en-IN" sz="1800" dirty="0"/>
            <a:t>COMPUTER DESIGN AND </a:t>
          </a:r>
        </a:p>
        <a:p>
          <a:r>
            <a:rPr lang="en-IN" sz="1800" dirty="0"/>
            <a:t>ARCHITECTURE</a:t>
          </a:r>
        </a:p>
      </dgm:t>
    </dgm:pt>
    <dgm:pt modelId="{72F43E8C-B2C0-4D5B-824C-0B92622B6F1B}" type="parTrans" cxnId="{74AEBE75-8CA5-4DD8-A5EF-19CAA154953D}">
      <dgm:prSet/>
      <dgm:spPr/>
      <dgm:t>
        <a:bodyPr/>
        <a:lstStyle/>
        <a:p>
          <a:endParaRPr lang="en-IN"/>
        </a:p>
      </dgm:t>
    </dgm:pt>
    <dgm:pt modelId="{DA2D7889-D8E7-4BD7-B64B-67465898763E}" type="sibTrans" cxnId="{74AEBE75-8CA5-4DD8-A5EF-19CAA154953D}">
      <dgm:prSet/>
      <dgm:spPr/>
      <dgm:t>
        <a:bodyPr/>
        <a:lstStyle/>
        <a:p>
          <a:endParaRPr lang="en-IN"/>
        </a:p>
      </dgm:t>
    </dgm:pt>
    <dgm:pt modelId="{67C85923-0F9C-441A-ACA2-A61114D9F95F}">
      <dgm:prSet phldrT="[Text]" phldr="0" custT="1"/>
      <dgm:spPr/>
      <dgm:t>
        <a:bodyPr/>
        <a:lstStyle/>
        <a:p>
          <a:r>
            <a:rPr lang="en-IN" sz="1800" dirty="0"/>
            <a:t>KNOWLWDGE OF CLOUD COMPUTING AND </a:t>
          </a:r>
          <a:r>
            <a:rPr lang="en-IN" sz="1800" dirty="0" err="1"/>
            <a:t>DEVOps</a:t>
          </a:r>
          <a:endParaRPr lang="en-IN" sz="1800" dirty="0"/>
        </a:p>
      </dgm:t>
    </dgm:pt>
    <dgm:pt modelId="{5C74BD33-AD8E-4378-861E-CA9D8417E372}" type="parTrans" cxnId="{1622BFB8-A108-4B53-934B-65FDF4999C6E}">
      <dgm:prSet/>
      <dgm:spPr/>
      <dgm:t>
        <a:bodyPr/>
        <a:lstStyle/>
        <a:p>
          <a:endParaRPr lang="en-IN"/>
        </a:p>
      </dgm:t>
    </dgm:pt>
    <dgm:pt modelId="{2E507F32-DC01-41AB-8292-C01FAAA86633}" type="sibTrans" cxnId="{1622BFB8-A108-4B53-934B-65FDF4999C6E}">
      <dgm:prSet/>
      <dgm:spPr/>
      <dgm:t>
        <a:bodyPr/>
        <a:lstStyle/>
        <a:p>
          <a:endParaRPr lang="en-IN"/>
        </a:p>
      </dgm:t>
    </dgm:pt>
    <dgm:pt modelId="{E1ABFC74-F3D7-40FF-9424-20DD0956246A}">
      <dgm:prSet phldrT="[Text]" phldr="0" custT="1"/>
      <dgm:spPr/>
      <dgm:t>
        <a:bodyPr/>
        <a:lstStyle/>
        <a:p>
          <a:r>
            <a:rPr lang="en-IN" sz="1800" dirty="0"/>
            <a:t>COMMNAD OVER ARTIFICIAL INTELLIGENCE AND EMERGING TECHNOLOGIES</a:t>
          </a:r>
        </a:p>
      </dgm:t>
    </dgm:pt>
    <dgm:pt modelId="{D296C2F6-CC3F-4B54-94EE-6FB70605EAB0}" type="parTrans" cxnId="{83D74592-C5BD-4565-8746-4BFA6119D4F0}">
      <dgm:prSet/>
      <dgm:spPr/>
      <dgm:t>
        <a:bodyPr/>
        <a:lstStyle/>
        <a:p>
          <a:endParaRPr lang="en-IN"/>
        </a:p>
      </dgm:t>
    </dgm:pt>
    <dgm:pt modelId="{D9542A7A-40B4-4D07-8280-65E9CC2AEE6F}" type="sibTrans" cxnId="{83D74592-C5BD-4565-8746-4BFA6119D4F0}">
      <dgm:prSet/>
      <dgm:spPr/>
      <dgm:t>
        <a:bodyPr/>
        <a:lstStyle/>
        <a:p>
          <a:endParaRPr lang="en-IN"/>
        </a:p>
      </dgm:t>
    </dgm:pt>
    <dgm:pt modelId="{5D429222-15D3-4AA2-AC17-CDC348695164}" type="pres">
      <dgm:prSet presAssocID="{B11058E4-6333-4D09-AA05-6D741E2695AF}" presName="diagram" presStyleCnt="0">
        <dgm:presLayoutVars>
          <dgm:dir/>
          <dgm:resizeHandles val="exact"/>
        </dgm:presLayoutVars>
      </dgm:prSet>
      <dgm:spPr/>
    </dgm:pt>
    <dgm:pt modelId="{10B2B3B9-7624-4032-9ECD-8A0A4D2AD40D}" type="pres">
      <dgm:prSet presAssocID="{78013094-6CFE-4D98-BAA2-528B6B22D4E3}" presName="node" presStyleLbl="node1" presStyleIdx="0" presStyleCnt="5">
        <dgm:presLayoutVars>
          <dgm:bulletEnabled val="1"/>
        </dgm:presLayoutVars>
      </dgm:prSet>
      <dgm:spPr/>
    </dgm:pt>
    <dgm:pt modelId="{41A22B59-39AD-4D92-BE6F-7D92A772067F}" type="pres">
      <dgm:prSet presAssocID="{3CF24BE7-4172-4370-A874-27017615DF10}" presName="sibTrans" presStyleCnt="0"/>
      <dgm:spPr/>
    </dgm:pt>
    <dgm:pt modelId="{772E9DEB-F099-488C-BDEA-097C4F8D5960}" type="pres">
      <dgm:prSet presAssocID="{EA7FAFF9-E016-4474-8CA9-37717AE5F96A}" presName="node" presStyleLbl="node1" presStyleIdx="1" presStyleCnt="5">
        <dgm:presLayoutVars>
          <dgm:bulletEnabled val="1"/>
        </dgm:presLayoutVars>
      </dgm:prSet>
      <dgm:spPr/>
    </dgm:pt>
    <dgm:pt modelId="{D82D6BA1-71DF-44E1-86AC-DA3C5C6FBECD}" type="pres">
      <dgm:prSet presAssocID="{2006FE65-03C0-479F-B710-1125568C720E}" presName="sibTrans" presStyleCnt="0"/>
      <dgm:spPr/>
    </dgm:pt>
    <dgm:pt modelId="{EFB47981-BB08-4B2A-A0FE-D67BE0AC872B}" type="pres">
      <dgm:prSet presAssocID="{B774FCE3-A92F-4BAE-917E-BA4A3DEFCDD3}" presName="node" presStyleLbl="node1" presStyleIdx="2" presStyleCnt="5">
        <dgm:presLayoutVars>
          <dgm:bulletEnabled val="1"/>
        </dgm:presLayoutVars>
      </dgm:prSet>
      <dgm:spPr/>
    </dgm:pt>
    <dgm:pt modelId="{8A3FACAB-2077-477E-9267-564EA15D2AC6}" type="pres">
      <dgm:prSet presAssocID="{DA2D7889-D8E7-4BD7-B64B-67465898763E}" presName="sibTrans" presStyleCnt="0"/>
      <dgm:spPr/>
    </dgm:pt>
    <dgm:pt modelId="{082AD995-7D27-4C6B-95D7-12FDE9C1718C}" type="pres">
      <dgm:prSet presAssocID="{67C85923-0F9C-441A-ACA2-A61114D9F95F}" presName="node" presStyleLbl="node1" presStyleIdx="3" presStyleCnt="5">
        <dgm:presLayoutVars>
          <dgm:bulletEnabled val="1"/>
        </dgm:presLayoutVars>
      </dgm:prSet>
      <dgm:spPr/>
    </dgm:pt>
    <dgm:pt modelId="{3DED9528-CC52-43AE-A850-430362638F3C}" type="pres">
      <dgm:prSet presAssocID="{2E507F32-DC01-41AB-8292-C01FAAA86633}" presName="sibTrans" presStyleCnt="0"/>
      <dgm:spPr/>
    </dgm:pt>
    <dgm:pt modelId="{48AB2253-9F79-4019-9BEE-17AEAED34DE5}" type="pres">
      <dgm:prSet presAssocID="{E1ABFC74-F3D7-40FF-9424-20DD0956246A}" presName="node" presStyleLbl="node1" presStyleIdx="4" presStyleCnt="5">
        <dgm:presLayoutVars>
          <dgm:bulletEnabled val="1"/>
        </dgm:presLayoutVars>
      </dgm:prSet>
      <dgm:spPr/>
    </dgm:pt>
  </dgm:ptLst>
  <dgm:cxnLst>
    <dgm:cxn modelId="{FA6F1915-E504-4F7A-9302-B209EAE77FC6}" srcId="{B11058E4-6333-4D09-AA05-6D741E2695AF}" destId="{78013094-6CFE-4D98-BAA2-528B6B22D4E3}" srcOrd="0" destOrd="0" parTransId="{DC221CA4-F8F7-4DF6-AD8D-B6E3EBA9A252}" sibTransId="{3CF24BE7-4172-4370-A874-27017615DF10}"/>
    <dgm:cxn modelId="{E0E3BB2E-00C1-4D8B-8B1B-7171EAF06FEE}" type="presOf" srcId="{78013094-6CFE-4D98-BAA2-528B6B22D4E3}" destId="{10B2B3B9-7624-4032-9ECD-8A0A4D2AD40D}" srcOrd="0" destOrd="0" presId="urn:microsoft.com/office/officeart/2005/8/layout/default"/>
    <dgm:cxn modelId="{9B687F32-3810-4184-811D-847938FD6A43}" type="presOf" srcId="{EA7FAFF9-E016-4474-8CA9-37717AE5F96A}" destId="{772E9DEB-F099-488C-BDEA-097C4F8D5960}" srcOrd="0" destOrd="0" presId="urn:microsoft.com/office/officeart/2005/8/layout/default"/>
    <dgm:cxn modelId="{C3A5C438-A677-47A6-BD10-F0195A913F54}" srcId="{B11058E4-6333-4D09-AA05-6D741E2695AF}" destId="{EA7FAFF9-E016-4474-8CA9-37717AE5F96A}" srcOrd="1" destOrd="0" parTransId="{09F2A66B-15D1-4CF1-BD13-36FC629D0A8C}" sibTransId="{2006FE65-03C0-479F-B710-1125568C720E}"/>
    <dgm:cxn modelId="{4C8FB55C-123E-4C6E-BC9D-AD76DE6FD1ED}" type="presOf" srcId="{B11058E4-6333-4D09-AA05-6D741E2695AF}" destId="{5D429222-15D3-4AA2-AC17-CDC348695164}" srcOrd="0" destOrd="0" presId="urn:microsoft.com/office/officeart/2005/8/layout/default"/>
    <dgm:cxn modelId="{74AEBE75-8CA5-4DD8-A5EF-19CAA154953D}" srcId="{B11058E4-6333-4D09-AA05-6D741E2695AF}" destId="{B774FCE3-A92F-4BAE-917E-BA4A3DEFCDD3}" srcOrd="2" destOrd="0" parTransId="{72F43E8C-B2C0-4D5B-824C-0B92622B6F1B}" sibTransId="{DA2D7889-D8E7-4BD7-B64B-67465898763E}"/>
    <dgm:cxn modelId="{100B497C-66C1-4167-A78E-19D49F90C7C4}" type="presOf" srcId="{B774FCE3-A92F-4BAE-917E-BA4A3DEFCDD3}" destId="{EFB47981-BB08-4B2A-A0FE-D67BE0AC872B}" srcOrd="0" destOrd="0" presId="urn:microsoft.com/office/officeart/2005/8/layout/default"/>
    <dgm:cxn modelId="{83D74592-C5BD-4565-8746-4BFA6119D4F0}" srcId="{B11058E4-6333-4D09-AA05-6D741E2695AF}" destId="{E1ABFC74-F3D7-40FF-9424-20DD0956246A}" srcOrd="4" destOrd="0" parTransId="{D296C2F6-CC3F-4B54-94EE-6FB70605EAB0}" sibTransId="{D9542A7A-40B4-4D07-8280-65E9CC2AEE6F}"/>
    <dgm:cxn modelId="{1622BFB8-A108-4B53-934B-65FDF4999C6E}" srcId="{B11058E4-6333-4D09-AA05-6D741E2695AF}" destId="{67C85923-0F9C-441A-ACA2-A61114D9F95F}" srcOrd="3" destOrd="0" parTransId="{5C74BD33-AD8E-4378-861E-CA9D8417E372}" sibTransId="{2E507F32-DC01-41AB-8292-C01FAAA86633}"/>
    <dgm:cxn modelId="{0ECEE2D2-D17F-4BCF-ADB3-2756298CB23F}" type="presOf" srcId="{67C85923-0F9C-441A-ACA2-A61114D9F95F}" destId="{082AD995-7D27-4C6B-95D7-12FDE9C1718C}" srcOrd="0" destOrd="0" presId="urn:microsoft.com/office/officeart/2005/8/layout/default"/>
    <dgm:cxn modelId="{BE6704D4-84D4-47E0-8961-BE9A511F5A66}" type="presOf" srcId="{E1ABFC74-F3D7-40FF-9424-20DD0956246A}" destId="{48AB2253-9F79-4019-9BEE-17AEAED34DE5}" srcOrd="0" destOrd="0" presId="urn:microsoft.com/office/officeart/2005/8/layout/default"/>
    <dgm:cxn modelId="{86C9A280-9B93-40B0-9C22-96C318C103F3}" type="presParOf" srcId="{5D429222-15D3-4AA2-AC17-CDC348695164}" destId="{10B2B3B9-7624-4032-9ECD-8A0A4D2AD40D}" srcOrd="0" destOrd="0" presId="urn:microsoft.com/office/officeart/2005/8/layout/default"/>
    <dgm:cxn modelId="{84844CAB-C432-45D3-B4D2-03CE40C56296}" type="presParOf" srcId="{5D429222-15D3-4AA2-AC17-CDC348695164}" destId="{41A22B59-39AD-4D92-BE6F-7D92A772067F}" srcOrd="1" destOrd="0" presId="urn:microsoft.com/office/officeart/2005/8/layout/default"/>
    <dgm:cxn modelId="{A10CD869-CA88-449C-AB92-0A3778CDEFC2}" type="presParOf" srcId="{5D429222-15D3-4AA2-AC17-CDC348695164}" destId="{772E9DEB-F099-488C-BDEA-097C4F8D5960}" srcOrd="2" destOrd="0" presId="urn:microsoft.com/office/officeart/2005/8/layout/default"/>
    <dgm:cxn modelId="{BC6C6E5B-C074-455B-8CFA-09E8687EBA3D}" type="presParOf" srcId="{5D429222-15D3-4AA2-AC17-CDC348695164}" destId="{D82D6BA1-71DF-44E1-86AC-DA3C5C6FBECD}" srcOrd="3" destOrd="0" presId="urn:microsoft.com/office/officeart/2005/8/layout/default"/>
    <dgm:cxn modelId="{58B6B62C-B749-4EA1-AF15-7522EBC157AC}" type="presParOf" srcId="{5D429222-15D3-4AA2-AC17-CDC348695164}" destId="{EFB47981-BB08-4B2A-A0FE-D67BE0AC872B}" srcOrd="4" destOrd="0" presId="urn:microsoft.com/office/officeart/2005/8/layout/default"/>
    <dgm:cxn modelId="{3D541822-81BA-47AE-A9F5-95A85B1A3F51}" type="presParOf" srcId="{5D429222-15D3-4AA2-AC17-CDC348695164}" destId="{8A3FACAB-2077-477E-9267-564EA15D2AC6}" srcOrd="5" destOrd="0" presId="urn:microsoft.com/office/officeart/2005/8/layout/default"/>
    <dgm:cxn modelId="{EFCEF872-F9E7-43F1-8700-2514F43C461D}" type="presParOf" srcId="{5D429222-15D3-4AA2-AC17-CDC348695164}" destId="{082AD995-7D27-4C6B-95D7-12FDE9C1718C}" srcOrd="6" destOrd="0" presId="urn:microsoft.com/office/officeart/2005/8/layout/default"/>
    <dgm:cxn modelId="{304F74B9-5A4A-4648-9E2C-243037C77DFF}" type="presParOf" srcId="{5D429222-15D3-4AA2-AC17-CDC348695164}" destId="{3DED9528-CC52-43AE-A850-430362638F3C}" srcOrd="7" destOrd="0" presId="urn:microsoft.com/office/officeart/2005/8/layout/default"/>
    <dgm:cxn modelId="{260F59AD-6CD0-4D08-A113-CFEDFAFB8132}" type="presParOf" srcId="{5D429222-15D3-4AA2-AC17-CDC348695164}" destId="{48AB2253-9F79-4019-9BEE-17AEAED34DE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64B82C-B434-46E7-9588-EFDEF49AE3A4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2F62524-4FE1-4D65-ACAE-08CC6EF28398}">
      <dgm:prSet phldrT="[Text]" phldr="0" custT="1"/>
      <dgm:spPr/>
      <dgm:t>
        <a:bodyPr/>
        <a:lstStyle/>
        <a:p>
          <a:r>
            <a:rPr lang="en-IN" sz="2400" dirty="0"/>
            <a:t>PARTICIPATED IN INTERNAL SMART INDIA HACKATHON  (COLLEGE LEVEL)</a:t>
          </a:r>
        </a:p>
      </dgm:t>
    </dgm:pt>
    <dgm:pt modelId="{3AB0D9C8-18DC-4B9A-8ECF-8295E5857199}" type="parTrans" cxnId="{30C7209E-C9EB-4488-9B75-7D0E99561740}">
      <dgm:prSet/>
      <dgm:spPr/>
      <dgm:t>
        <a:bodyPr/>
        <a:lstStyle/>
        <a:p>
          <a:endParaRPr lang="en-IN"/>
        </a:p>
      </dgm:t>
    </dgm:pt>
    <dgm:pt modelId="{0C305CAA-CA5B-4760-987D-12D07B64592C}" type="sibTrans" cxnId="{30C7209E-C9EB-4488-9B75-7D0E99561740}">
      <dgm:prSet/>
      <dgm:spPr/>
      <dgm:t>
        <a:bodyPr/>
        <a:lstStyle/>
        <a:p>
          <a:endParaRPr lang="en-IN"/>
        </a:p>
      </dgm:t>
    </dgm:pt>
    <dgm:pt modelId="{5AFBED6A-15E5-4760-A031-F43C2A4AE98E}">
      <dgm:prSet phldrT="[Text]" phldr="0" custT="1"/>
      <dgm:spPr/>
      <dgm:t>
        <a:bodyPr/>
        <a:lstStyle/>
        <a:p>
          <a:r>
            <a:rPr lang="en-IN" sz="2000" dirty="0"/>
            <a:t>IDEA : CYBERSECURITY FRAMEWORK FOR RURAL DIGITAL BANKING</a:t>
          </a:r>
        </a:p>
      </dgm:t>
    </dgm:pt>
    <dgm:pt modelId="{B9CC627C-FF5C-4F19-9AA2-B80B86CA7E0C}" type="parTrans" cxnId="{16D8CDC0-DC1A-4949-929E-FEC0D6C8E02F}">
      <dgm:prSet/>
      <dgm:spPr/>
      <dgm:t>
        <a:bodyPr/>
        <a:lstStyle/>
        <a:p>
          <a:endParaRPr lang="en-IN"/>
        </a:p>
      </dgm:t>
    </dgm:pt>
    <dgm:pt modelId="{E6F045E9-76D9-46D7-8162-1E7DB085E15D}" type="sibTrans" cxnId="{16D8CDC0-DC1A-4949-929E-FEC0D6C8E02F}">
      <dgm:prSet/>
      <dgm:spPr/>
      <dgm:t>
        <a:bodyPr/>
        <a:lstStyle/>
        <a:p>
          <a:endParaRPr lang="en-IN"/>
        </a:p>
      </dgm:t>
    </dgm:pt>
    <dgm:pt modelId="{A7EDC695-A3DF-4BCC-A813-C36E184ED85F}">
      <dgm:prSet phldrT="[Text]" phldr="0"/>
      <dgm:spPr/>
      <dgm:t>
        <a:bodyPr/>
        <a:lstStyle/>
        <a:p>
          <a:r>
            <a:rPr lang="en-IN" dirty="0"/>
            <a:t>LEAD THE TEAM OF HACKATHON </a:t>
          </a:r>
        </a:p>
      </dgm:t>
    </dgm:pt>
    <dgm:pt modelId="{42711F1B-4590-4C3B-9BE9-612F3DDEF8F0}" type="parTrans" cxnId="{0CADF79D-CDE4-4855-8639-79130E97ED34}">
      <dgm:prSet/>
      <dgm:spPr/>
      <dgm:t>
        <a:bodyPr/>
        <a:lstStyle/>
        <a:p>
          <a:endParaRPr lang="en-IN"/>
        </a:p>
      </dgm:t>
    </dgm:pt>
    <dgm:pt modelId="{441C54A6-E2E6-497C-B09E-CA1428F9B45D}" type="sibTrans" cxnId="{0CADF79D-CDE4-4855-8639-79130E97ED34}">
      <dgm:prSet/>
      <dgm:spPr/>
      <dgm:t>
        <a:bodyPr/>
        <a:lstStyle/>
        <a:p>
          <a:endParaRPr lang="en-IN"/>
        </a:p>
      </dgm:t>
    </dgm:pt>
    <dgm:pt modelId="{56C7B486-898E-4B8F-AF91-B053FFBF49CD}">
      <dgm:prSet phldrT="[Text]" phldr="0"/>
      <dgm:spPr/>
      <dgm:t>
        <a:bodyPr/>
        <a:lstStyle/>
        <a:p>
          <a:r>
            <a:rPr lang="en-IN" dirty="0"/>
            <a:t>MENTORED MANY PERSONS </a:t>
          </a:r>
        </a:p>
      </dgm:t>
    </dgm:pt>
    <dgm:pt modelId="{3757DB82-A978-46C7-9172-60EBD21AFB04}" type="parTrans" cxnId="{795ECF2B-4EB3-4592-8621-096BB6938EA4}">
      <dgm:prSet/>
      <dgm:spPr/>
      <dgm:t>
        <a:bodyPr/>
        <a:lstStyle/>
        <a:p>
          <a:endParaRPr lang="en-IN"/>
        </a:p>
      </dgm:t>
    </dgm:pt>
    <dgm:pt modelId="{A5126015-661A-46C2-B923-9E60ABBF2E15}" type="sibTrans" cxnId="{795ECF2B-4EB3-4592-8621-096BB6938EA4}">
      <dgm:prSet/>
      <dgm:spPr/>
      <dgm:t>
        <a:bodyPr/>
        <a:lstStyle/>
        <a:p>
          <a:endParaRPr lang="en-IN"/>
        </a:p>
      </dgm:t>
    </dgm:pt>
    <dgm:pt modelId="{8F4CEDB3-1F24-4282-AF7B-ED624ED33901}" type="pres">
      <dgm:prSet presAssocID="{CD64B82C-B434-46E7-9588-EFDEF49AE3A4}" presName="linear" presStyleCnt="0">
        <dgm:presLayoutVars>
          <dgm:animLvl val="lvl"/>
          <dgm:resizeHandles val="exact"/>
        </dgm:presLayoutVars>
      </dgm:prSet>
      <dgm:spPr/>
    </dgm:pt>
    <dgm:pt modelId="{3CF72D57-02E9-431C-A93D-59B0DF419FAD}" type="pres">
      <dgm:prSet presAssocID="{D2F62524-4FE1-4D65-ACAE-08CC6EF2839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7F44409-9D91-4FA9-A14F-0FD82FFE42F4}" type="pres">
      <dgm:prSet presAssocID="{D2F62524-4FE1-4D65-ACAE-08CC6EF28398}" presName="childText" presStyleLbl="revTx" presStyleIdx="0" presStyleCnt="2">
        <dgm:presLayoutVars>
          <dgm:bulletEnabled val="1"/>
        </dgm:presLayoutVars>
      </dgm:prSet>
      <dgm:spPr/>
    </dgm:pt>
    <dgm:pt modelId="{3D37436E-DC56-475F-BA81-E2AC2E66A4F8}" type="pres">
      <dgm:prSet presAssocID="{A7EDC695-A3DF-4BCC-A813-C36E184ED85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3AD04B9-4BD2-4D62-A528-BE09C0082CA7}" type="pres">
      <dgm:prSet presAssocID="{A7EDC695-A3DF-4BCC-A813-C36E184ED85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B28A806-6FBF-4178-BFAD-4BD3E4DCEAA6}" type="presOf" srcId="{56C7B486-898E-4B8F-AF91-B053FFBF49CD}" destId="{33AD04B9-4BD2-4D62-A528-BE09C0082CA7}" srcOrd="0" destOrd="0" presId="urn:microsoft.com/office/officeart/2005/8/layout/vList2"/>
    <dgm:cxn modelId="{795ECF2B-4EB3-4592-8621-096BB6938EA4}" srcId="{A7EDC695-A3DF-4BCC-A813-C36E184ED85F}" destId="{56C7B486-898E-4B8F-AF91-B053FFBF49CD}" srcOrd="0" destOrd="0" parTransId="{3757DB82-A978-46C7-9172-60EBD21AFB04}" sibTransId="{A5126015-661A-46C2-B923-9E60ABBF2E15}"/>
    <dgm:cxn modelId="{E75DCA43-49A2-4CB0-9732-B2AB30F4BACB}" type="presOf" srcId="{D2F62524-4FE1-4D65-ACAE-08CC6EF28398}" destId="{3CF72D57-02E9-431C-A93D-59B0DF419FAD}" srcOrd="0" destOrd="0" presId="urn:microsoft.com/office/officeart/2005/8/layout/vList2"/>
    <dgm:cxn modelId="{0CADF79D-CDE4-4855-8639-79130E97ED34}" srcId="{CD64B82C-B434-46E7-9588-EFDEF49AE3A4}" destId="{A7EDC695-A3DF-4BCC-A813-C36E184ED85F}" srcOrd="1" destOrd="0" parTransId="{42711F1B-4590-4C3B-9BE9-612F3DDEF8F0}" sibTransId="{441C54A6-E2E6-497C-B09E-CA1428F9B45D}"/>
    <dgm:cxn modelId="{30C7209E-C9EB-4488-9B75-7D0E99561740}" srcId="{CD64B82C-B434-46E7-9588-EFDEF49AE3A4}" destId="{D2F62524-4FE1-4D65-ACAE-08CC6EF28398}" srcOrd="0" destOrd="0" parTransId="{3AB0D9C8-18DC-4B9A-8ECF-8295E5857199}" sibTransId="{0C305CAA-CA5B-4760-987D-12D07B64592C}"/>
    <dgm:cxn modelId="{8F78C8A9-99AB-4B99-B0D7-0BD0A4FB5C31}" type="presOf" srcId="{A7EDC695-A3DF-4BCC-A813-C36E184ED85F}" destId="{3D37436E-DC56-475F-BA81-E2AC2E66A4F8}" srcOrd="0" destOrd="0" presId="urn:microsoft.com/office/officeart/2005/8/layout/vList2"/>
    <dgm:cxn modelId="{16D8CDC0-DC1A-4949-929E-FEC0D6C8E02F}" srcId="{D2F62524-4FE1-4D65-ACAE-08CC6EF28398}" destId="{5AFBED6A-15E5-4760-A031-F43C2A4AE98E}" srcOrd="0" destOrd="0" parTransId="{B9CC627C-FF5C-4F19-9AA2-B80B86CA7E0C}" sibTransId="{E6F045E9-76D9-46D7-8162-1E7DB085E15D}"/>
    <dgm:cxn modelId="{1D4862E9-ECDB-4665-8E43-55E59F67B83C}" type="presOf" srcId="{CD64B82C-B434-46E7-9588-EFDEF49AE3A4}" destId="{8F4CEDB3-1F24-4282-AF7B-ED624ED33901}" srcOrd="0" destOrd="0" presId="urn:microsoft.com/office/officeart/2005/8/layout/vList2"/>
    <dgm:cxn modelId="{EF5826F1-DBD6-4FA8-A802-BF1B534019D6}" type="presOf" srcId="{5AFBED6A-15E5-4760-A031-F43C2A4AE98E}" destId="{77F44409-9D91-4FA9-A14F-0FD82FFE42F4}" srcOrd="0" destOrd="0" presId="urn:microsoft.com/office/officeart/2005/8/layout/vList2"/>
    <dgm:cxn modelId="{0CB6C8AE-784F-4065-AC02-A867F8D578B6}" type="presParOf" srcId="{8F4CEDB3-1F24-4282-AF7B-ED624ED33901}" destId="{3CF72D57-02E9-431C-A93D-59B0DF419FAD}" srcOrd="0" destOrd="0" presId="urn:microsoft.com/office/officeart/2005/8/layout/vList2"/>
    <dgm:cxn modelId="{C1545CEF-1E72-480C-B856-53C53307DC0A}" type="presParOf" srcId="{8F4CEDB3-1F24-4282-AF7B-ED624ED33901}" destId="{77F44409-9D91-4FA9-A14F-0FD82FFE42F4}" srcOrd="1" destOrd="0" presId="urn:microsoft.com/office/officeart/2005/8/layout/vList2"/>
    <dgm:cxn modelId="{4F19EED1-0B92-49D7-B9E3-35C9F228BC81}" type="presParOf" srcId="{8F4CEDB3-1F24-4282-AF7B-ED624ED33901}" destId="{3D37436E-DC56-475F-BA81-E2AC2E66A4F8}" srcOrd="2" destOrd="0" presId="urn:microsoft.com/office/officeart/2005/8/layout/vList2"/>
    <dgm:cxn modelId="{67F61508-5FAB-4E8C-B371-F03C042DE70E}" type="presParOf" srcId="{8F4CEDB3-1F24-4282-AF7B-ED624ED33901}" destId="{33AD04B9-4BD2-4D62-A528-BE09C0082CA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7AA5E90-96A7-4428-9DD7-D23B4B7444C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0B4E616-8B9F-480C-A8BD-732593F4F99E}">
      <dgm:prSet phldrT="[Text]" phldr="0" custT="1"/>
      <dgm:spPr/>
      <dgm:t>
        <a:bodyPr/>
        <a:lstStyle/>
        <a:p>
          <a:r>
            <a:rPr lang="en-IN" sz="3200" dirty="0"/>
            <a:t>MOBILE NO.</a:t>
          </a:r>
        </a:p>
      </dgm:t>
    </dgm:pt>
    <dgm:pt modelId="{2C56DA90-F28F-4FA1-AEB4-D58E2865A55D}" type="parTrans" cxnId="{E07DD7D8-677F-4206-8FF7-E532EC9C66AE}">
      <dgm:prSet/>
      <dgm:spPr/>
      <dgm:t>
        <a:bodyPr/>
        <a:lstStyle/>
        <a:p>
          <a:endParaRPr lang="en-IN"/>
        </a:p>
      </dgm:t>
    </dgm:pt>
    <dgm:pt modelId="{D11579E1-383F-4A1A-ACCD-E6C879FA8736}" type="sibTrans" cxnId="{E07DD7D8-677F-4206-8FF7-E532EC9C66AE}">
      <dgm:prSet/>
      <dgm:spPr/>
      <dgm:t>
        <a:bodyPr/>
        <a:lstStyle/>
        <a:p>
          <a:endParaRPr lang="en-IN"/>
        </a:p>
      </dgm:t>
    </dgm:pt>
    <dgm:pt modelId="{65A67F66-5243-4D4B-A3B8-4835261F52ED}">
      <dgm:prSet phldrT="[Text]" phldr="0"/>
      <dgm:spPr/>
      <dgm:t>
        <a:bodyPr/>
        <a:lstStyle/>
        <a:p>
          <a:r>
            <a:rPr lang="en-IN" dirty="0"/>
            <a:t>WHATSAPP NUMBER</a:t>
          </a:r>
        </a:p>
      </dgm:t>
    </dgm:pt>
    <dgm:pt modelId="{F05D06B5-4A46-4B93-B582-A9CF64A62FA3}" type="parTrans" cxnId="{A26F6997-057E-4634-A1CC-959513A2DB34}">
      <dgm:prSet/>
      <dgm:spPr/>
      <dgm:t>
        <a:bodyPr/>
        <a:lstStyle/>
        <a:p>
          <a:endParaRPr lang="en-IN"/>
        </a:p>
      </dgm:t>
    </dgm:pt>
    <dgm:pt modelId="{B047E89B-AA56-495D-A777-BCAE89C8146F}" type="sibTrans" cxnId="{A26F6997-057E-4634-A1CC-959513A2DB34}">
      <dgm:prSet/>
      <dgm:spPr/>
      <dgm:t>
        <a:bodyPr/>
        <a:lstStyle/>
        <a:p>
          <a:endParaRPr lang="en-IN"/>
        </a:p>
      </dgm:t>
    </dgm:pt>
    <dgm:pt modelId="{D4C9E7E7-8473-4F6A-9E80-D4D6585C5716}">
      <dgm:prSet phldrT="[Text]" phldr="0"/>
      <dgm:spPr/>
      <dgm:t>
        <a:bodyPr/>
        <a:lstStyle/>
        <a:p>
          <a:r>
            <a:rPr lang="en-IN" dirty="0"/>
            <a:t>EMAIL ID :</a:t>
          </a:r>
        </a:p>
      </dgm:t>
    </dgm:pt>
    <dgm:pt modelId="{ED948AAF-9E83-4170-AD94-0FC856CF5DF2}" type="parTrans" cxnId="{6BCA51B0-8FCA-419B-9758-F04A63DD885A}">
      <dgm:prSet/>
      <dgm:spPr/>
      <dgm:t>
        <a:bodyPr/>
        <a:lstStyle/>
        <a:p>
          <a:endParaRPr lang="en-IN"/>
        </a:p>
      </dgm:t>
    </dgm:pt>
    <dgm:pt modelId="{5887664C-B45D-4348-B3F7-EBED60ECDA19}" type="sibTrans" cxnId="{6BCA51B0-8FCA-419B-9758-F04A63DD885A}">
      <dgm:prSet/>
      <dgm:spPr/>
      <dgm:t>
        <a:bodyPr/>
        <a:lstStyle/>
        <a:p>
          <a:endParaRPr lang="en-IN"/>
        </a:p>
      </dgm:t>
    </dgm:pt>
    <dgm:pt modelId="{1B1C94F7-C996-4703-8148-B1060F7B06DE}">
      <dgm:prSet/>
      <dgm:spPr/>
      <dgm:t>
        <a:bodyPr/>
        <a:lstStyle/>
        <a:p>
          <a:r>
            <a:rPr lang="en-IN" dirty="0"/>
            <a:t>9708050436</a:t>
          </a:r>
        </a:p>
      </dgm:t>
    </dgm:pt>
    <dgm:pt modelId="{84E93A0C-29DF-4B0D-80E3-D356EE1B37A4}" type="parTrans" cxnId="{865BB82C-A3F0-4AEF-B9E7-1C851E509B28}">
      <dgm:prSet/>
      <dgm:spPr/>
      <dgm:t>
        <a:bodyPr/>
        <a:lstStyle/>
        <a:p>
          <a:endParaRPr lang="en-IN"/>
        </a:p>
      </dgm:t>
    </dgm:pt>
    <dgm:pt modelId="{74EC1316-0A1B-45B3-9A73-CFC68A24F8FE}" type="sibTrans" cxnId="{865BB82C-A3F0-4AEF-B9E7-1C851E509B28}">
      <dgm:prSet/>
      <dgm:spPr/>
      <dgm:t>
        <a:bodyPr/>
        <a:lstStyle/>
        <a:p>
          <a:endParaRPr lang="en-IN"/>
        </a:p>
      </dgm:t>
    </dgm:pt>
    <dgm:pt modelId="{035409AE-2A26-43B9-9061-A6AE8A1079F6}">
      <dgm:prSet/>
      <dgm:spPr/>
      <dgm:t>
        <a:bodyPr/>
        <a:lstStyle/>
        <a:p>
          <a:r>
            <a:rPr lang="en-IN" dirty="0"/>
            <a:t>9705080436</a:t>
          </a:r>
        </a:p>
      </dgm:t>
    </dgm:pt>
    <dgm:pt modelId="{48508C83-7A7A-4BAB-85FE-5A1858BECB40}" type="parTrans" cxnId="{89CC9492-4237-45D0-832D-7187718AA79A}">
      <dgm:prSet/>
      <dgm:spPr/>
      <dgm:t>
        <a:bodyPr/>
        <a:lstStyle/>
        <a:p>
          <a:endParaRPr lang="en-IN"/>
        </a:p>
      </dgm:t>
    </dgm:pt>
    <dgm:pt modelId="{ED2AA490-DE09-4BC3-B130-604BDF585B57}" type="sibTrans" cxnId="{89CC9492-4237-45D0-832D-7187718AA79A}">
      <dgm:prSet/>
      <dgm:spPr/>
      <dgm:t>
        <a:bodyPr/>
        <a:lstStyle/>
        <a:p>
          <a:endParaRPr lang="en-IN"/>
        </a:p>
      </dgm:t>
    </dgm:pt>
    <dgm:pt modelId="{75D91E37-CD3A-404F-8D58-A5F803BE6C3B}">
      <dgm:prSet/>
      <dgm:spPr/>
      <dgm:t>
        <a:bodyPr/>
        <a:lstStyle/>
        <a:p>
          <a:r>
            <a:rPr lang="en-IN" dirty="0"/>
            <a:t>himayu0001@gmail.com</a:t>
          </a:r>
        </a:p>
      </dgm:t>
    </dgm:pt>
    <dgm:pt modelId="{1CE0AE82-91E6-4459-99A6-08D2DAE94BE4}" type="parTrans" cxnId="{17B8FF4D-591C-41C4-9321-5AD484FE4AD6}">
      <dgm:prSet/>
      <dgm:spPr/>
      <dgm:t>
        <a:bodyPr/>
        <a:lstStyle/>
        <a:p>
          <a:endParaRPr lang="en-IN"/>
        </a:p>
      </dgm:t>
    </dgm:pt>
    <dgm:pt modelId="{FCA9675C-D640-45DF-A0F7-E352278829D9}" type="sibTrans" cxnId="{17B8FF4D-591C-41C4-9321-5AD484FE4AD6}">
      <dgm:prSet/>
      <dgm:spPr/>
      <dgm:t>
        <a:bodyPr/>
        <a:lstStyle/>
        <a:p>
          <a:endParaRPr lang="en-IN"/>
        </a:p>
      </dgm:t>
    </dgm:pt>
    <dgm:pt modelId="{73D1F948-7B6F-4CE8-8B9F-476905F4422D}" type="pres">
      <dgm:prSet presAssocID="{67AA5E90-96A7-4428-9DD7-D23B4B7444C9}" presName="linear" presStyleCnt="0">
        <dgm:presLayoutVars>
          <dgm:dir/>
          <dgm:animLvl val="lvl"/>
          <dgm:resizeHandles val="exact"/>
        </dgm:presLayoutVars>
      </dgm:prSet>
      <dgm:spPr/>
    </dgm:pt>
    <dgm:pt modelId="{7812343F-012F-42EE-AD74-E529E4F02CCC}" type="pres">
      <dgm:prSet presAssocID="{B0B4E616-8B9F-480C-A8BD-732593F4F99E}" presName="parentLin" presStyleCnt="0"/>
      <dgm:spPr/>
    </dgm:pt>
    <dgm:pt modelId="{1BB4F57C-C10E-479E-B518-F2FB388F847A}" type="pres">
      <dgm:prSet presAssocID="{B0B4E616-8B9F-480C-A8BD-732593F4F99E}" presName="parentLeftMargin" presStyleLbl="node1" presStyleIdx="0" presStyleCnt="3"/>
      <dgm:spPr/>
    </dgm:pt>
    <dgm:pt modelId="{089AAE86-1FF0-4AF1-A8CB-9716030E5BA8}" type="pres">
      <dgm:prSet presAssocID="{B0B4E616-8B9F-480C-A8BD-732593F4F99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7407C4C-212E-451C-9BEF-C30BF30EE197}" type="pres">
      <dgm:prSet presAssocID="{B0B4E616-8B9F-480C-A8BD-732593F4F99E}" presName="negativeSpace" presStyleCnt="0"/>
      <dgm:spPr/>
    </dgm:pt>
    <dgm:pt modelId="{23747B4A-5770-4E5F-80EA-E55782562702}" type="pres">
      <dgm:prSet presAssocID="{B0B4E616-8B9F-480C-A8BD-732593F4F99E}" presName="childText" presStyleLbl="conFgAcc1" presStyleIdx="0" presStyleCnt="3">
        <dgm:presLayoutVars>
          <dgm:bulletEnabled val="1"/>
        </dgm:presLayoutVars>
      </dgm:prSet>
      <dgm:spPr/>
    </dgm:pt>
    <dgm:pt modelId="{504C9580-F387-4B1E-891F-5CE9BB193267}" type="pres">
      <dgm:prSet presAssocID="{D11579E1-383F-4A1A-ACCD-E6C879FA8736}" presName="spaceBetweenRectangles" presStyleCnt="0"/>
      <dgm:spPr/>
    </dgm:pt>
    <dgm:pt modelId="{AD21B534-AA47-4478-B11C-527AF2856875}" type="pres">
      <dgm:prSet presAssocID="{65A67F66-5243-4D4B-A3B8-4835261F52ED}" presName="parentLin" presStyleCnt="0"/>
      <dgm:spPr/>
    </dgm:pt>
    <dgm:pt modelId="{4F919C8E-EDD1-405F-9F27-CFC2C2D138D6}" type="pres">
      <dgm:prSet presAssocID="{65A67F66-5243-4D4B-A3B8-4835261F52ED}" presName="parentLeftMargin" presStyleLbl="node1" presStyleIdx="0" presStyleCnt="3"/>
      <dgm:spPr/>
    </dgm:pt>
    <dgm:pt modelId="{1B08263E-AC35-4E01-84E6-B87EC3F685CD}" type="pres">
      <dgm:prSet presAssocID="{65A67F66-5243-4D4B-A3B8-4835261F52E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0999AD8-0C05-4F67-B900-CC8036A7888A}" type="pres">
      <dgm:prSet presAssocID="{65A67F66-5243-4D4B-A3B8-4835261F52ED}" presName="negativeSpace" presStyleCnt="0"/>
      <dgm:spPr/>
    </dgm:pt>
    <dgm:pt modelId="{059A6690-0877-4658-9158-8A4B0257F150}" type="pres">
      <dgm:prSet presAssocID="{65A67F66-5243-4D4B-A3B8-4835261F52ED}" presName="childText" presStyleLbl="conFgAcc1" presStyleIdx="1" presStyleCnt="3">
        <dgm:presLayoutVars>
          <dgm:bulletEnabled val="1"/>
        </dgm:presLayoutVars>
      </dgm:prSet>
      <dgm:spPr/>
    </dgm:pt>
    <dgm:pt modelId="{38C7410A-502F-4F77-8EB6-5F6EE19442B9}" type="pres">
      <dgm:prSet presAssocID="{B047E89B-AA56-495D-A777-BCAE89C8146F}" presName="spaceBetweenRectangles" presStyleCnt="0"/>
      <dgm:spPr/>
    </dgm:pt>
    <dgm:pt modelId="{69951E88-661D-45D0-B9B0-383F163F01E8}" type="pres">
      <dgm:prSet presAssocID="{D4C9E7E7-8473-4F6A-9E80-D4D6585C5716}" presName="parentLin" presStyleCnt="0"/>
      <dgm:spPr/>
    </dgm:pt>
    <dgm:pt modelId="{B0A880FF-3B3B-4623-9CAD-29F25A560260}" type="pres">
      <dgm:prSet presAssocID="{D4C9E7E7-8473-4F6A-9E80-D4D6585C5716}" presName="parentLeftMargin" presStyleLbl="node1" presStyleIdx="1" presStyleCnt="3"/>
      <dgm:spPr/>
    </dgm:pt>
    <dgm:pt modelId="{9AD03C3C-3C41-4FED-8791-047725FAF53D}" type="pres">
      <dgm:prSet presAssocID="{D4C9E7E7-8473-4F6A-9E80-D4D6585C571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59349B2-9012-41E6-B2CF-D79CEF787758}" type="pres">
      <dgm:prSet presAssocID="{D4C9E7E7-8473-4F6A-9E80-D4D6585C5716}" presName="negativeSpace" presStyleCnt="0"/>
      <dgm:spPr/>
    </dgm:pt>
    <dgm:pt modelId="{6AEE38B8-3D72-4291-B146-30A0ABBAE19C}" type="pres">
      <dgm:prSet presAssocID="{D4C9E7E7-8473-4F6A-9E80-D4D6585C571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D961103-43FA-4950-AEF3-378B75F25672}" type="presOf" srcId="{75D91E37-CD3A-404F-8D58-A5F803BE6C3B}" destId="{6AEE38B8-3D72-4291-B146-30A0ABBAE19C}" srcOrd="0" destOrd="0" presId="urn:microsoft.com/office/officeart/2005/8/layout/list1"/>
    <dgm:cxn modelId="{98C7CC14-9AA4-47E1-8641-BF80A360CB16}" type="presOf" srcId="{65A67F66-5243-4D4B-A3B8-4835261F52ED}" destId="{1B08263E-AC35-4E01-84E6-B87EC3F685CD}" srcOrd="1" destOrd="0" presId="urn:microsoft.com/office/officeart/2005/8/layout/list1"/>
    <dgm:cxn modelId="{6E65AF22-322C-4668-A48D-07E9A53547B8}" type="presOf" srcId="{67AA5E90-96A7-4428-9DD7-D23B4B7444C9}" destId="{73D1F948-7B6F-4CE8-8B9F-476905F4422D}" srcOrd="0" destOrd="0" presId="urn:microsoft.com/office/officeart/2005/8/layout/list1"/>
    <dgm:cxn modelId="{865BB82C-A3F0-4AEF-B9E7-1C851E509B28}" srcId="{B0B4E616-8B9F-480C-A8BD-732593F4F99E}" destId="{1B1C94F7-C996-4703-8148-B1060F7B06DE}" srcOrd="0" destOrd="0" parTransId="{84E93A0C-29DF-4B0D-80E3-D356EE1B37A4}" sibTransId="{74EC1316-0A1B-45B3-9A73-CFC68A24F8FE}"/>
    <dgm:cxn modelId="{DC801440-5EDC-4A14-AC71-DAA019CE8871}" type="presOf" srcId="{1B1C94F7-C996-4703-8148-B1060F7B06DE}" destId="{23747B4A-5770-4E5F-80EA-E55782562702}" srcOrd="0" destOrd="0" presId="urn:microsoft.com/office/officeart/2005/8/layout/list1"/>
    <dgm:cxn modelId="{76B0E940-B0AD-40EB-B67B-15F78ED0DBB4}" type="presOf" srcId="{D4C9E7E7-8473-4F6A-9E80-D4D6585C5716}" destId="{9AD03C3C-3C41-4FED-8791-047725FAF53D}" srcOrd="1" destOrd="0" presId="urn:microsoft.com/office/officeart/2005/8/layout/list1"/>
    <dgm:cxn modelId="{697E5B43-CED3-447B-BB48-31062F61FEA9}" type="presOf" srcId="{B0B4E616-8B9F-480C-A8BD-732593F4F99E}" destId="{089AAE86-1FF0-4AF1-A8CB-9716030E5BA8}" srcOrd="1" destOrd="0" presId="urn:microsoft.com/office/officeart/2005/8/layout/list1"/>
    <dgm:cxn modelId="{17B8FF4D-591C-41C4-9321-5AD484FE4AD6}" srcId="{D4C9E7E7-8473-4F6A-9E80-D4D6585C5716}" destId="{75D91E37-CD3A-404F-8D58-A5F803BE6C3B}" srcOrd="0" destOrd="0" parTransId="{1CE0AE82-91E6-4459-99A6-08D2DAE94BE4}" sibTransId="{FCA9675C-D640-45DF-A0F7-E352278829D9}"/>
    <dgm:cxn modelId="{A696D36F-7DA2-43B7-A689-BB0C1237EEA3}" type="presOf" srcId="{035409AE-2A26-43B9-9061-A6AE8A1079F6}" destId="{059A6690-0877-4658-9158-8A4B0257F150}" srcOrd="0" destOrd="0" presId="urn:microsoft.com/office/officeart/2005/8/layout/list1"/>
    <dgm:cxn modelId="{449F9A59-EEAA-40BB-8B73-3AB2BA339C32}" type="presOf" srcId="{B0B4E616-8B9F-480C-A8BD-732593F4F99E}" destId="{1BB4F57C-C10E-479E-B518-F2FB388F847A}" srcOrd="0" destOrd="0" presId="urn:microsoft.com/office/officeart/2005/8/layout/list1"/>
    <dgm:cxn modelId="{89CC9492-4237-45D0-832D-7187718AA79A}" srcId="{65A67F66-5243-4D4B-A3B8-4835261F52ED}" destId="{035409AE-2A26-43B9-9061-A6AE8A1079F6}" srcOrd="0" destOrd="0" parTransId="{48508C83-7A7A-4BAB-85FE-5A1858BECB40}" sibTransId="{ED2AA490-DE09-4BC3-B130-604BDF585B57}"/>
    <dgm:cxn modelId="{A26F6997-057E-4634-A1CC-959513A2DB34}" srcId="{67AA5E90-96A7-4428-9DD7-D23B4B7444C9}" destId="{65A67F66-5243-4D4B-A3B8-4835261F52ED}" srcOrd="1" destOrd="0" parTransId="{F05D06B5-4A46-4B93-B582-A9CF64A62FA3}" sibTransId="{B047E89B-AA56-495D-A777-BCAE89C8146F}"/>
    <dgm:cxn modelId="{6BCA51B0-8FCA-419B-9758-F04A63DD885A}" srcId="{67AA5E90-96A7-4428-9DD7-D23B4B7444C9}" destId="{D4C9E7E7-8473-4F6A-9E80-D4D6585C5716}" srcOrd="2" destOrd="0" parTransId="{ED948AAF-9E83-4170-AD94-0FC856CF5DF2}" sibTransId="{5887664C-B45D-4348-B3F7-EBED60ECDA19}"/>
    <dgm:cxn modelId="{E07DD7D8-677F-4206-8FF7-E532EC9C66AE}" srcId="{67AA5E90-96A7-4428-9DD7-D23B4B7444C9}" destId="{B0B4E616-8B9F-480C-A8BD-732593F4F99E}" srcOrd="0" destOrd="0" parTransId="{2C56DA90-F28F-4FA1-AEB4-D58E2865A55D}" sibTransId="{D11579E1-383F-4A1A-ACCD-E6C879FA8736}"/>
    <dgm:cxn modelId="{9BE41CDD-9669-48D0-BDF6-FAF0893BB834}" type="presOf" srcId="{65A67F66-5243-4D4B-A3B8-4835261F52ED}" destId="{4F919C8E-EDD1-405F-9F27-CFC2C2D138D6}" srcOrd="0" destOrd="0" presId="urn:microsoft.com/office/officeart/2005/8/layout/list1"/>
    <dgm:cxn modelId="{44FD26EA-A2AA-4447-A0C8-EA388E0AE9A6}" type="presOf" srcId="{D4C9E7E7-8473-4F6A-9E80-D4D6585C5716}" destId="{B0A880FF-3B3B-4623-9CAD-29F25A560260}" srcOrd="0" destOrd="0" presId="urn:microsoft.com/office/officeart/2005/8/layout/list1"/>
    <dgm:cxn modelId="{10C44488-2C17-4C72-9D4B-366FAA54DE99}" type="presParOf" srcId="{73D1F948-7B6F-4CE8-8B9F-476905F4422D}" destId="{7812343F-012F-42EE-AD74-E529E4F02CCC}" srcOrd="0" destOrd="0" presId="urn:microsoft.com/office/officeart/2005/8/layout/list1"/>
    <dgm:cxn modelId="{9EDDBB5E-3BBE-4457-8E64-B41B186B43B3}" type="presParOf" srcId="{7812343F-012F-42EE-AD74-E529E4F02CCC}" destId="{1BB4F57C-C10E-479E-B518-F2FB388F847A}" srcOrd="0" destOrd="0" presId="urn:microsoft.com/office/officeart/2005/8/layout/list1"/>
    <dgm:cxn modelId="{21655DB3-568B-413E-991B-8F2151475FAD}" type="presParOf" srcId="{7812343F-012F-42EE-AD74-E529E4F02CCC}" destId="{089AAE86-1FF0-4AF1-A8CB-9716030E5BA8}" srcOrd="1" destOrd="0" presId="urn:microsoft.com/office/officeart/2005/8/layout/list1"/>
    <dgm:cxn modelId="{231B7830-7F60-4C17-A9A4-88A128FF8A2B}" type="presParOf" srcId="{73D1F948-7B6F-4CE8-8B9F-476905F4422D}" destId="{F7407C4C-212E-451C-9BEF-C30BF30EE197}" srcOrd="1" destOrd="0" presId="urn:microsoft.com/office/officeart/2005/8/layout/list1"/>
    <dgm:cxn modelId="{C450227E-321C-43F1-B530-B53B6419B8EE}" type="presParOf" srcId="{73D1F948-7B6F-4CE8-8B9F-476905F4422D}" destId="{23747B4A-5770-4E5F-80EA-E55782562702}" srcOrd="2" destOrd="0" presId="urn:microsoft.com/office/officeart/2005/8/layout/list1"/>
    <dgm:cxn modelId="{A990A8DE-DEED-4F59-9602-8033F1292AFE}" type="presParOf" srcId="{73D1F948-7B6F-4CE8-8B9F-476905F4422D}" destId="{504C9580-F387-4B1E-891F-5CE9BB193267}" srcOrd="3" destOrd="0" presId="urn:microsoft.com/office/officeart/2005/8/layout/list1"/>
    <dgm:cxn modelId="{EBAE9917-A18E-4E48-BF50-AEAED950A972}" type="presParOf" srcId="{73D1F948-7B6F-4CE8-8B9F-476905F4422D}" destId="{AD21B534-AA47-4478-B11C-527AF2856875}" srcOrd="4" destOrd="0" presId="urn:microsoft.com/office/officeart/2005/8/layout/list1"/>
    <dgm:cxn modelId="{1BA2CA3A-4C98-4110-B770-70DDC46CF7F8}" type="presParOf" srcId="{AD21B534-AA47-4478-B11C-527AF2856875}" destId="{4F919C8E-EDD1-405F-9F27-CFC2C2D138D6}" srcOrd="0" destOrd="0" presId="urn:microsoft.com/office/officeart/2005/8/layout/list1"/>
    <dgm:cxn modelId="{4CD814E3-922C-4435-9FBC-FC3BBA2D4E80}" type="presParOf" srcId="{AD21B534-AA47-4478-B11C-527AF2856875}" destId="{1B08263E-AC35-4E01-84E6-B87EC3F685CD}" srcOrd="1" destOrd="0" presId="urn:microsoft.com/office/officeart/2005/8/layout/list1"/>
    <dgm:cxn modelId="{FEC947DB-076B-4CC3-87A5-378FD57247A5}" type="presParOf" srcId="{73D1F948-7B6F-4CE8-8B9F-476905F4422D}" destId="{20999AD8-0C05-4F67-B900-CC8036A7888A}" srcOrd="5" destOrd="0" presId="urn:microsoft.com/office/officeart/2005/8/layout/list1"/>
    <dgm:cxn modelId="{A7248890-2CA0-4C9B-A85B-AD5C09B2F448}" type="presParOf" srcId="{73D1F948-7B6F-4CE8-8B9F-476905F4422D}" destId="{059A6690-0877-4658-9158-8A4B0257F150}" srcOrd="6" destOrd="0" presId="urn:microsoft.com/office/officeart/2005/8/layout/list1"/>
    <dgm:cxn modelId="{15E45BAD-57A0-4011-B59C-408F6E9AA3D7}" type="presParOf" srcId="{73D1F948-7B6F-4CE8-8B9F-476905F4422D}" destId="{38C7410A-502F-4F77-8EB6-5F6EE19442B9}" srcOrd="7" destOrd="0" presId="urn:microsoft.com/office/officeart/2005/8/layout/list1"/>
    <dgm:cxn modelId="{90189377-1F70-49B8-B393-820D6C5AB52F}" type="presParOf" srcId="{73D1F948-7B6F-4CE8-8B9F-476905F4422D}" destId="{69951E88-661D-45D0-B9B0-383F163F01E8}" srcOrd="8" destOrd="0" presId="urn:microsoft.com/office/officeart/2005/8/layout/list1"/>
    <dgm:cxn modelId="{6E9EACBF-19BC-4F62-8A55-B13764878855}" type="presParOf" srcId="{69951E88-661D-45D0-B9B0-383F163F01E8}" destId="{B0A880FF-3B3B-4623-9CAD-29F25A560260}" srcOrd="0" destOrd="0" presId="urn:microsoft.com/office/officeart/2005/8/layout/list1"/>
    <dgm:cxn modelId="{877C6C62-F083-469B-A201-97CE632EF3C2}" type="presParOf" srcId="{69951E88-661D-45D0-B9B0-383F163F01E8}" destId="{9AD03C3C-3C41-4FED-8791-047725FAF53D}" srcOrd="1" destOrd="0" presId="urn:microsoft.com/office/officeart/2005/8/layout/list1"/>
    <dgm:cxn modelId="{BE3A3FC7-CE8D-40B3-94BE-0BF2AD5AB3DC}" type="presParOf" srcId="{73D1F948-7B6F-4CE8-8B9F-476905F4422D}" destId="{259349B2-9012-41E6-B2CF-D79CEF787758}" srcOrd="9" destOrd="0" presId="urn:microsoft.com/office/officeart/2005/8/layout/list1"/>
    <dgm:cxn modelId="{94EC464F-B63B-4A6E-8888-5098B40E6327}" type="presParOf" srcId="{73D1F948-7B6F-4CE8-8B9F-476905F4422D}" destId="{6AEE38B8-3D72-4291-B146-30A0ABBAE19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D0258A-DB7D-4B0F-8567-2A174B2B49ED}">
      <dsp:nvSpPr>
        <dsp:cNvPr id="0" name=""/>
        <dsp:cNvSpPr/>
      </dsp:nvSpPr>
      <dsp:spPr>
        <a:xfrm>
          <a:off x="196453" y="2815"/>
          <a:ext cx="3020466" cy="18122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PROGRAMMING WITH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  LANGUAGE</a:t>
          </a:r>
        </a:p>
      </dsp:txBody>
      <dsp:txXfrm>
        <a:off x="196453" y="2815"/>
        <a:ext cx="3020466" cy="1812280"/>
      </dsp:txXfrm>
    </dsp:sp>
    <dsp:sp modelId="{E2AA31E9-D38A-4FE4-A2E3-594D9812007F}">
      <dsp:nvSpPr>
        <dsp:cNvPr id="0" name=""/>
        <dsp:cNvSpPr/>
      </dsp:nvSpPr>
      <dsp:spPr>
        <a:xfrm>
          <a:off x="3518966" y="2815"/>
          <a:ext cx="3020466" cy="18122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WEB DEVELOPMENT 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HTML , CSS AND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JAVA SCRIPT</a:t>
          </a:r>
        </a:p>
      </dsp:txBody>
      <dsp:txXfrm>
        <a:off x="3518966" y="2815"/>
        <a:ext cx="3020466" cy="1812280"/>
      </dsp:txXfrm>
    </dsp:sp>
    <dsp:sp modelId="{F51F3E94-90A5-45AC-9232-5C9BC84000DA}">
      <dsp:nvSpPr>
        <dsp:cNvPr id="0" name=""/>
        <dsp:cNvSpPr/>
      </dsp:nvSpPr>
      <dsp:spPr>
        <a:xfrm>
          <a:off x="6841480" y="2815"/>
          <a:ext cx="3020466" cy="18122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COMMUNICATION PROFICIENCY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( </a:t>
          </a:r>
          <a:r>
            <a:rPr lang="en-IN" sz="1400" kern="1200" dirty="0"/>
            <a:t>FOR ENGLISH SPEAKING SKILLS </a:t>
          </a:r>
          <a:r>
            <a:rPr lang="en-IN" sz="1800" kern="1200" dirty="0"/>
            <a:t>)</a:t>
          </a:r>
        </a:p>
      </dsp:txBody>
      <dsp:txXfrm>
        <a:off x="6841480" y="2815"/>
        <a:ext cx="3020466" cy="1812280"/>
      </dsp:txXfrm>
    </dsp:sp>
    <dsp:sp modelId="{900317AA-D26B-45A5-8A89-68EAAB0854CE}">
      <dsp:nvSpPr>
        <dsp:cNvPr id="0" name=""/>
        <dsp:cNvSpPr/>
      </dsp:nvSpPr>
      <dsp:spPr>
        <a:xfrm>
          <a:off x="3518966" y="2117141"/>
          <a:ext cx="3020466" cy="18122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MATHS  AND  CAREER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DEVELOPMENT  CENTER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(  </a:t>
          </a:r>
          <a:r>
            <a:rPr lang="en-IN" sz="1400" kern="1200" dirty="0"/>
            <a:t>LOGICAL THINKLING AND DEEP THINKING </a:t>
          </a:r>
          <a:r>
            <a:rPr lang="en-IN" sz="1800" kern="1200" dirty="0"/>
            <a:t>)</a:t>
          </a:r>
          <a:endParaRPr lang="en-IN" sz="1400" kern="1200" dirty="0"/>
        </a:p>
      </dsp:txBody>
      <dsp:txXfrm>
        <a:off x="3518966" y="2117141"/>
        <a:ext cx="3020466" cy="18122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FC96CA-3122-4376-9FC5-DB06295232E3}">
      <dsp:nvSpPr>
        <dsp:cNvPr id="0" name=""/>
        <dsp:cNvSpPr/>
      </dsp:nvSpPr>
      <dsp:spPr>
        <a:xfrm>
          <a:off x="0" y="286043"/>
          <a:ext cx="10058399" cy="992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0644" tIns="312420" rIns="780644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FULL STACK DEVELOPER </a:t>
          </a:r>
        </a:p>
      </dsp:txBody>
      <dsp:txXfrm>
        <a:off x="0" y="286043"/>
        <a:ext cx="10058399" cy="992250"/>
      </dsp:txXfrm>
    </dsp:sp>
    <dsp:sp modelId="{8F5F59D6-806A-4055-8AEB-FE673AF7DCE6}">
      <dsp:nvSpPr>
        <dsp:cNvPr id="0" name=""/>
        <dsp:cNvSpPr/>
      </dsp:nvSpPr>
      <dsp:spPr>
        <a:xfrm>
          <a:off x="502920" y="64643"/>
          <a:ext cx="7040880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1.</a:t>
          </a:r>
        </a:p>
      </dsp:txBody>
      <dsp:txXfrm>
        <a:off x="524536" y="86259"/>
        <a:ext cx="6997648" cy="399568"/>
      </dsp:txXfrm>
    </dsp:sp>
    <dsp:sp modelId="{75869800-737C-49D6-A969-D651E65924A3}">
      <dsp:nvSpPr>
        <dsp:cNvPr id="0" name=""/>
        <dsp:cNvSpPr/>
      </dsp:nvSpPr>
      <dsp:spPr>
        <a:xfrm>
          <a:off x="0" y="1580693"/>
          <a:ext cx="10058399" cy="992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0644" tIns="312420" rIns="780644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EXCELLENT LEADERSHIP QUALITY</a:t>
          </a:r>
        </a:p>
      </dsp:txBody>
      <dsp:txXfrm>
        <a:off x="0" y="1580693"/>
        <a:ext cx="10058399" cy="992250"/>
      </dsp:txXfrm>
    </dsp:sp>
    <dsp:sp modelId="{5754F389-5418-42AB-B843-1AA36A499B2E}">
      <dsp:nvSpPr>
        <dsp:cNvPr id="0" name=""/>
        <dsp:cNvSpPr/>
      </dsp:nvSpPr>
      <dsp:spPr>
        <a:xfrm>
          <a:off x="502920" y="1359293"/>
          <a:ext cx="7040880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2.</a:t>
          </a:r>
        </a:p>
      </dsp:txBody>
      <dsp:txXfrm>
        <a:off x="524536" y="1380909"/>
        <a:ext cx="6997648" cy="399568"/>
      </dsp:txXfrm>
    </dsp:sp>
    <dsp:sp modelId="{4E95C8B6-ED87-427B-847F-DFFEBF0E7AA3}">
      <dsp:nvSpPr>
        <dsp:cNvPr id="0" name=""/>
        <dsp:cNvSpPr/>
      </dsp:nvSpPr>
      <dsp:spPr>
        <a:xfrm>
          <a:off x="0" y="2875343"/>
          <a:ext cx="10058399" cy="992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0644" tIns="312420" rIns="780644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EXCELLENT COMMUNICATION SKILLS </a:t>
          </a:r>
        </a:p>
      </dsp:txBody>
      <dsp:txXfrm>
        <a:off x="0" y="2875343"/>
        <a:ext cx="10058399" cy="992250"/>
      </dsp:txXfrm>
    </dsp:sp>
    <dsp:sp modelId="{D876244D-B900-4A05-83C2-F0E827CD6B9F}">
      <dsp:nvSpPr>
        <dsp:cNvPr id="0" name=""/>
        <dsp:cNvSpPr/>
      </dsp:nvSpPr>
      <dsp:spPr>
        <a:xfrm>
          <a:off x="502920" y="2653943"/>
          <a:ext cx="7040880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3.</a:t>
          </a:r>
        </a:p>
      </dsp:txBody>
      <dsp:txXfrm>
        <a:off x="524536" y="2675559"/>
        <a:ext cx="6997648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B2B3B9-7624-4032-9ECD-8A0A4D2AD40D}">
      <dsp:nvSpPr>
        <dsp:cNvPr id="0" name=""/>
        <dsp:cNvSpPr/>
      </dsp:nvSpPr>
      <dsp:spPr>
        <a:xfrm>
          <a:off x="196453" y="2815"/>
          <a:ext cx="3020466" cy="18122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MASTER ATLEAST ONE PROGRAMMING LANGUAGE IN DEPTH</a:t>
          </a:r>
        </a:p>
      </dsp:txBody>
      <dsp:txXfrm>
        <a:off x="196453" y="2815"/>
        <a:ext cx="3020466" cy="1812280"/>
      </dsp:txXfrm>
    </dsp:sp>
    <dsp:sp modelId="{772E9DEB-F099-488C-BDEA-097C4F8D5960}">
      <dsp:nvSpPr>
        <dsp:cNvPr id="0" name=""/>
        <dsp:cNvSpPr/>
      </dsp:nvSpPr>
      <dsp:spPr>
        <a:xfrm>
          <a:off x="3518966" y="2815"/>
          <a:ext cx="3020466" cy="18122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DATA STRUCTURES AND ALGORITHMS AT UTMOST 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LEVEL </a:t>
          </a:r>
        </a:p>
      </dsp:txBody>
      <dsp:txXfrm>
        <a:off x="3518966" y="2815"/>
        <a:ext cx="3020466" cy="1812280"/>
      </dsp:txXfrm>
    </dsp:sp>
    <dsp:sp modelId="{EFB47981-BB08-4B2A-A0FE-D67BE0AC872B}">
      <dsp:nvSpPr>
        <dsp:cNvPr id="0" name=""/>
        <dsp:cNvSpPr/>
      </dsp:nvSpPr>
      <dsp:spPr>
        <a:xfrm>
          <a:off x="6841480" y="2815"/>
          <a:ext cx="3020466" cy="18122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COMPUTER DESIGN AND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ARCHITECTURE</a:t>
          </a:r>
        </a:p>
      </dsp:txBody>
      <dsp:txXfrm>
        <a:off x="6841480" y="2815"/>
        <a:ext cx="3020466" cy="1812280"/>
      </dsp:txXfrm>
    </dsp:sp>
    <dsp:sp modelId="{082AD995-7D27-4C6B-95D7-12FDE9C1718C}">
      <dsp:nvSpPr>
        <dsp:cNvPr id="0" name=""/>
        <dsp:cNvSpPr/>
      </dsp:nvSpPr>
      <dsp:spPr>
        <a:xfrm>
          <a:off x="1857709" y="2117141"/>
          <a:ext cx="3020466" cy="18122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KNOWLWDGE OF CLOUD COMPUTING AND </a:t>
          </a:r>
          <a:r>
            <a:rPr lang="en-IN" sz="1800" kern="1200" dirty="0" err="1"/>
            <a:t>DEVOps</a:t>
          </a:r>
          <a:endParaRPr lang="en-IN" sz="1800" kern="1200" dirty="0"/>
        </a:p>
      </dsp:txBody>
      <dsp:txXfrm>
        <a:off x="1857709" y="2117141"/>
        <a:ext cx="3020466" cy="1812280"/>
      </dsp:txXfrm>
    </dsp:sp>
    <dsp:sp modelId="{48AB2253-9F79-4019-9BEE-17AEAED34DE5}">
      <dsp:nvSpPr>
        <dsp:cNvPr id="0" name=""/>
        <dsp:cNvSpPr/>
      </dsp:nvSpPr>
      <dsp:spPr>
        <a:xfrm>
          <a:off x="5180223" y="2117141"/>
          <a:ext cx="3020466" cy="18122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COMMNAD OVER ARTIFICIAL INTELLIGENCE AND EMERGING TECHNOLOGIES</a:t>
          </a:r>
        </a:p>
      </dsp:txBody>
      <dsp:txXfrm>
        <a:off x="5180223" y="2117141"/>
        <a:ext cx="3020466" cy="18122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F72D57-02E9-431C-A93D-59B0DF419FAD}">
      <dsp:nvSpPr>
        <dsp:cNvPr id="0" name=""/>
        <dsp:cNvSpPr/>
      </dsp:nvSpPr>
      <dsp:spPr>
        <a:xfrm>
          <a:off x="0" y="7673"/>
          <a:ext cx="10058399" cy="116356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PARTICIPATED IN INTERNAL SMART INDIA HACKATHON  (COLLEGE LEVEL)</a:t>
          </a:r>
        </a:p>
      </dsp:txBody>
      <dsp:txXfrm>
        <a:off x="56801" y="64474"/>
        <a:ext cx="9944797" cy="1049962"/>
      </dsp:txXfrm>
    </dsp:sp>
    <dsp:sp modelId="{77F44409-9D91-4FA9-A14F-0FD82FFE42F4}">
      <dsp:nvSpPr>
        <dsp:cNvPr id="0" name=""/>
        <dsp:cNvSpPr/>
      </dsp:nvSpPr>
      <dsp:spPr>
        <a:xfrm>
          <a:off x="0" y="1171238"/>
          <a:ext cx="10058399" cy="794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 dirty="0"/>
            <a:t>IDEA : CYBERSECURITY FRAMEWORK FOR RURAL DIGITAL BANKING</a:t>
          </a:r>
        </a:p>
      </dsp:txBody>
      <dsp:txXfrm>
        <a:off x="0" y="1171238"/>
        <a:ext cx="10058399" cy="794880"/>
      </dsp:txXfrm>
    </dsp:sp>
    <dsp:sp modelId="{3D37436E-DC56-475F-BA81-E2AC2E66A4F8}">
      <dsp:nvSpPr>
        <dsp:cNvPr id="0" name=""/>
        <dsp:cNvSpPr/>
      </dsp:nvSpPr>
      <dsp:spPr>
        <a:xfrm>
          <a:off x="0" y="1966118"/>
          <a:ext cx="10058399" cy="116356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kern="1200" dirty="0"/>
            <a:t>LEAD THE TEAM OF HACKATHON </a:t>
          </a:r>
        </a:p>
      </dsp:txBody>
      <dsp:txXfrm>
        <a:off x="56801" y="2022919"/>
        <a:ext cx="9944797" cy="1049962"/>
      </dsp:txXfrm>
    </dsp:sp>
    <dsp:sp modelId="{33AD04B9-4BD2-4D62-A528-BE09C0082CA7}">
      <dsp:nvSpPr>
        <dsp:cNvPr id="0" name=""/>
        <dsp:cNvSpPr/>
      </dsp:nvSpPr>
      <dsp:spPr>
        <a:xfrm>
          <a:off x="0" y="3129683"/>
          <a:ext cx="10058399" cy="794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60960" rIns="341376" bIns="6096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700" kern="1200" dirty="0"/>
            <a:t>MENTORED MANY PERSONS </a:t>
          </a:r>
        </a:p>
      </dsp:txBody>
      <dsp:txXfrm>
        <a:off x="0" y="3129683"/>
        <a:ext cx="10058399" cy="7948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47B4A-5770-4E5F-80EA-E55782562702}">
      <dsp:nvSpPr>
        <dsp:cNvPr id="0" name=""/>
        <dsp:cNvSpPr/>
      </dsp:nvSpPr>
      <dsp:spPr>
        <a:xfrm>
          <a:off x="0" y="488876"/>
          <a:ext cx="8128000" cy="1233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604012" rIns="630823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900" kern="1200" dirty="0"/>
            <a:t>9708050436</a:t>
          </a:r>
        </a:p>
      </dsp:txBody>
      <dsp:txXfrm>
        <a:off x="0" y="488876"/>
        <a:ext cx="8128000" cy="1233225"/>
      </dsp:txXfrm>
    </dsp:sp>
    <dsp:sp modelId="{089AAE86-1FF0-4AF1-A8CB-9716030E5BA8}">
      <dsp:nvSpPr>
        <dsp:cNvPr id="0" name=""/>
        <dsp:cNvSpPr/>
      </dsp:nvSpPr>
      <dsp:spPr>
        <a:xfrm>
          <a:off x="406400" y="60835"/>
          <a:ext cx="5689600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MOBILE NO.</a:t>
          </a:r>
        </a:p>
      </dsp:txBody>
      <dsp:txXfrm>
        <a:off x="448190" y="102625"/>
        <a:ext cx="5606020" cy="772500"/>
      </dsp:txXfrm>
    </dsp:sp>
    <dsp:sp modelId="{059A6690-0877-4658-9158-8A4B0257F150}">
      <dsp:nvSpPr>
        <dsp:cNvPr id="0" name=""/>
        <dsp:cNvSpPr/>
      </dsp:nvSpPr>
      <dsp:spPr>
        <a:xfrm>
          <a:off x="0" y="2306741"/>
          <a:ext cx="8128000" cy="1233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604012" rIns="630823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900" kern="1200" dirty="0"/>
            <a:t>9705080436</a:t>
          </a:r>
        </a:p>
      </dsp:txBody>
      <dsp:txXfrm>
        <a:off x="0" y="2306741"/>
        <a:ext cx="8128000" cy="1233225"/>
      </dsp:txXfrm>
    </dsp:sp>
    <dsp:sp modelId="{1B08263E-AC35-4E01-84E6-B87EC3F685CD}">
      <dsp:nvSpPr>
        <dsp:cNvPr id="0" name=""/>
        <dsp:cNvSpPr/>
      </dsp:nvSpPr>
      <dsp:spPr>
        <a:xfrm>
          <a:off x="406400" y="1878701"/>
          <a:ext cx="5689600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WHATSAPP NUMBER</a:t>
          </a:r>
        </a:p>
      </dsp:txBody>
      <dsp:txXfrm>
        <a:off x="448190" y="1920491"/>
        <a:ext cx="5606020" cy="772500"/>
      </dsp:txXfrm>
    </dsp:sp>
    <dsp:sp modelId="{6AEE38B8-3D72-4291-B146-30A0ABBAE19C}">
      <dsp:nvSpPr>
        <dsp:cNvPr id="0" name=""/>
        <dsp:cNvSpPr/>
      </dsp:nvSpPr>
      <dsp:spPr>
        <a:xfrm>
          <a:off x="0" y="4124606"/>
          <a:ext cx="8128000" cy="1233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604012" rIns="630823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900" kern="1200" dirty="0"/>
            <a:t>himayu0001@gmail.com</a:t>
          </a:r>
        </a:p>
      </dsp:txBody>
      <dsp:txXfrm>
        <a:off x="0" y="4124606"/>
        <a:ext cx="8128000" cy="1233225"/>
      </dsp:txXfrm>
    </dsp:sp>
    <dsp:sp modelId="{9AD03C3C-3C41-4FED-8791-047725FAF53D}">
      <dsp:nvSpPr>
        <dsp:cNvPr id="0" name=""/>
        <dsp:cNvSpPr/>
      </dsp:nvSpPr>
      <dsp:spPr>
        <a:xfrm>
          <a:off x="406400" y="3696566"/>
          <a:ext cx="5689600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EMAIL ID :</a:t>
          </a:r>
        </a:p>
      </dsp:txBody>
      <dsp:txXfrm>
        <a:off x="448190" y="3738356"/>
        <a:ext cx="5606020" cy="77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B1DDFF"/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6B894F55-53D5-4568-A4EB-DCEE31AC9AD8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F61E5BB-1772-429A-A88C-1E33506A5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502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4F55-53D5-4568-A4EB-DCEE31AC9AD8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1E5BB-1772-429A-A88C-1E33506A5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62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bg2">
                <a:tint val="80000"/>
                <a:shade val="100000"/>
                <a:satMod val="300000"/>
              </a:schemeClr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bg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B894F55-53D5-4568-A4EB-DCEE31AC9AD8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F61E5BB-1772-429A-A88C-1E33506A5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769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4F55-53D5-4568-A4EB-DCEE31AC9AD8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1E5BB-1772-429A-A88C-1E33506A5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408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4F55-53D5-4568-A4EB-DCEE31AC9AD8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1E5BB-1772-429A-A88C-1E33506A5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878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4F55-53D5-4568-A4EB-DCEE31AC9AD8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1E5BB-1772-429A-A88C-1E33506A5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3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4F55-53D5-4568-A4EB-DCEE31AC9AD8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1E5BB-1772-429A-A88C-1E33506A5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121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4F55-53D5-4568-A4EB-DCEE31AC9AD8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F61E5BB-1772-429A-A88C-1E33506A5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092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rgbClr val="969696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6B894F55-53D5-4568-A4EB-DCEE31AC9AD8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lang="en-US" sz="1000" kern="1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F61E5BB-1772-429A-A88C-1E33506A5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9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4F55-53D5-4568-A4EB-DCEE31AC9AD8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1E5BB-1772-429A-A88C-1E33506A5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279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4F55-53D5-4568-A4EB-DCEE31AC9AD8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1E5BB-1772-429A-A88C-1E33506A5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980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B894F55-53D5-4568-A4EB-DCEE31AC9AD8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14667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F61E5BB-1772-429A-A88C-1E33506A5FD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38676526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36F7B-972D-CD09-EF50-6E88A31778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Career-oriented presentation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DC865-68F7-0ACE-C6CD-47C7BF966B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 HIMANSHU KUMAR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398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37382-AD0C-9DD3-CFBD-F4CE0A135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156709"/>
          </a:xfrm>
        </p:spPr>
        <p:txBody>
          <a:bodyPr/>
          <a:lstStyle/>
          <a:p>
            <a:r>
              <a:rPr lang="en-US" dirty="0"/>
              <a:t>ABOUT 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3431F-3410-F881-5172-D7E2F0294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99303"/>
            <a:ext cx="10058400" cy="42357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EAGER  TO LEARN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GOOD LEADERSHIP QUALITY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GOOD CUMMUNICATION SKILL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GOOD IN NETWORK BUILDING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CURRENTLY PURSUING FURTHER STUDIES AS WELL AS WORKING IN MINOR AS AN INTERN IN TAKING CARE OF COMPANY’S WEBSITE’S BACK-END DEVELOPMENT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HAVE WORKED IN COMPANIES LIKE LENSKART, ACCENTURE, DELLOITE, AS REGULAR WORKING STAFF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0289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59595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59595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949B6-B586-AA7A-F532-61429AF97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CURRENT POSITION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232B48-C749-8D6A-BA00-0DF9B42ADD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4539791"/>
              </p:ext>
            </p:extLst>
          </p:nvPr>
        </p:nvGraphicFramePr>
        <p:xfrm>
          <a:off x="1066800" y="2103438"/>
          <a:ext cx="10058400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910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26A7A-7C6F-FBB9-238B-059D490CB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CAREER VISION 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5A5E59C8-E4F1-E2A9-1126-2255D294AE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5230877"/>
              </p:ext>
            </p:extLst>
          </p:nvPr>
        </p:nvGraphicFramePr>
        <p:xfrm>
          <a:off x="1066800" y="2103438"/>
          <a:ext cx="10058400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61AB435-EA1A-9346-9628-8CF170C0D04A}"/>
              </a:ext>
            </a:extLst>
          </p:cNvPr>
          <p:cNvSpPr/>
          <p:nvPr/>
        </p:nvSpPr>
        <p:spPr>
          <a:xfrm>
            <a:off x="6003634" y="2967335"/>
            <a:ext cx="162619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6002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11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8E19B-9549-90A8-56EE-30075D152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SKILL DEVELOPMENTS PLANS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9EBF704-6BEB-5F1F-0A38-845FAA5D1E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5386213"/>
              </p:ext>
            </p:extLst>
          </p:nvPr>
        </p:nvGraphicFramePr>
        <p:xfrm>
          <a:off x="1066800" y="2103438"/>
          <a:ext cx="10058400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417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8CE94-7445-E872-15BC-568B6ED9C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ACHIEVEMENTS &amp; EXPERIENCE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EB4A33E-DFFA-F7A8-ECE8-98E2B73B19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5053794"/>
              </p:ext>
            </p:extLst>
          </p:nvPr>
        </p:nvGraphicFramePr>
        <p:xfrm>
          <a:off x="1066800" y="2103438"/>
          <a:ext cx="10058400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2140059"/>
      </p:ext>
    </p:extLst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2BCAB-4234-6442-B242-2F41FB056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/>
              <a:t>------ THANK  YOU ------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07A27-5726-93BE-9412-CE67870ED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C4DCC9B-F1DE-0A27-E3EA-33BC82910F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183386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67366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373545"/>
      </a:dk2>
      <a:lt2>
        <a:srgbClr val="BCD0E0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6793CD"/>
      </a:accent6>
      <a:hlink>
        <a:srgbClr val="6B9F25"/>
      </a:hlink>
      <a:folHlink>
        <a:srgbClr val="9F6715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913DB040-6816-4415-960D-8178C78575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140</TotalTime>
  <Words>193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Wingdings</vt:lpstr>
      <vt:lpstr>Savon</vt:lpstr>
      <vt:lpstr>Career-oriented presentation </vt:lpstr>
      <vt:lpstr>ABOUT ME</vt:lpstr>
      <vt:lpstr>CURRENT POSITION</vt:lpstr>
      <vt:lpstr>CAREER VISION </vt:lpstr>
      <vt:lpstr>SKILL DEVELOPMENTS PLANS </vt:lpstr>
      <vt:lpstr>ACHIEVEMENTS &amp; EXPERIENCE</vt:lpstr>
      <vt:lpstr>------ THANK  YOU ------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Himanshu Kumar</dc:creator>
  <cp:lastModifiedBy>Himanshu Kumar</cp:lastModifiedBy>
  <cp:revision>2</cp:revision>
  <dcterms:created xsi:type="dcterms:W3CDTF">2025-10-23T14:22:50Z</dcterms:created>
  <dcterms:modified xsi:type="dcterms:W3CDTF">2025-12-13T12:52:31Z</dcterms:modified>
</cp:coreProperties>
</file>